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Questrial" charset="1" panose="02000000000000000000"/>
      <p:regular r:id="rId14"/>
    </p:embeddedFont>
    <p:embeddedFont>
      <p:font typeface="Open Sans Bold" charset="1" panose="020B0806030504020204"/>
      <p:regular r:id="rId15"/>
    </p:embeddedFont>
    <p:embeddedFont>
      <p:font typeface="Pattanakarn Expanded Medium" charset="1" panose="00000000000000000000"/>
      <p:regular r:id="rId16"/>
    </p:embeddedFont>
    <p:embeddedFont>
      <p:font typeface="Pattanakarn Expanded" charset="1" panose="000000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521B43"/>
        </a:solidFill>
      </p:bgPr>
    </p:bg>
    <p:spTree>
      <p:nvGrpSpPr>
        <p:cNvPr id="1" name=""/>
        <p:cNvGrpSpPr/>
        <p:nvPr/>
      </p:nvGrpSpPr>
      <p:grpSpPr>
        <a:xfrm>
          <a:off x="0" y="0"/>
          <a:ext cx="0" cy="0"/>
          <a:chOff x="0" y="0"/>
          <a:chExt cx="0" cy="0"/>
        </a:xfrm>
      </p:grpSpPr>
      <p:grpSp>
        <p:nvGrpSpPr>
          <p:cNvPr name="Group 2" id="2"/>
          <p:cNvGrpSpPr/>
          <p:nvPr/>
        </p:nvGrpSpPr>
        <p:grpSpPr>
          <a:xfrm rot="0">
            <a:off x="8302782" y="6722130"/>
            <a:ext cx="4006462" cy="827211"/>
            <a:chOff x="0" y="0"/>
            <a:chExt cx="1055200" cy="217866"/>
          </a:xfrm>
        </p:grpSpPr>
        <p:sp>
          <p:nvSpPr>
            <p:cNvPr name="Freeform 3" id="3"/>
            <p:cNvSpPr/>
            <p:nvPr/>
          </p:nvSpPr>
          <p:spPr>
            <a:xfrm flipH="false" flipV="false" rot="0">
              <a:off x="0" y="0"/>
              <a:ext cx="1055200" cy="217866"/>
            </a:xfrm>
            <a:custGeom>
              <a:avLst/>
              <a:gdLst/>
              <a:ahLst/>
              <a:cxnLst/>
              <a:rect r="r" b="b" t="t" l="l"/>
              <a:pathLst>
                <a:path h="217866" w="1055200">
                  <a:moveTo>
                    <a:pt x="86956" y="0"/>
                  </a:moveTo>
                  <a:lnTo>
                    <a:pt x="968244" y="0"/>
                  </a:lnTo>
                  <a:cubicBezTo>
                    <a:pt x="991306" y="0"/>
                    <a:pt x="1013424" y="9161"/>
                    <a:pt x="1029731" y="25469"/>
                  </a:cubicBezTo>
                  <a:cubicBezTo>
                    <a:pt x="1046038" y="41776"/>
                    <a:pt x="1055200" y="63894"/>
                    <a:pt x="1055200" y="86956"/>
                  </a:cubicBezTo>
                  <a:lnTo>
                    <a:pt x="1055200" y="130910"/>
                  </a:lnTo>
                  <a:cubicBezTo>
                    <a:pt x="1055200" y="178935"/>
                    <a:pt x="1016268" y="217866"/>
                    <a:pt x="968244" y="217866"/>
                  </a:cubicBezTo>
                  <a:lnTo>
                    <a:pt x="86956" y="217866"/>
                  </a:lnTo>
                  <a:cubicBezTo>
                    <a:pt x="38932" y="217866"/>
                    <a:pt x="0" y="178935"/>
                    <a:pt x="0" y="130910"/>
                  </a:cubicBezTo>
                  <a:lnTo>
                    <a:pt x="0" y="86956"/>
                  </a:lnTo>
                  <a:cubicBezTo>
                    <a:pt x="0" y="38932"/>
                    <a:pt x="38932" y="0"/>
                    <a:pt x="86956" y="0"/>
                  </a:cubicBezTo>
                  <a:close/>
                </a:path>
              </a:pathLst>
            </a:custGeom>
            <a:solidFill>
              <a:srgbClr val="FF0010"/>
            </a:solidFill>
          </p:spPr>
        </p:sp>
        <p:sp>
          <p:nvSpPr>
            <p:cNvPr name="TextBox 4" id="4"/>
            <p:cNvSpPr txBox="true"/>
            <p:nvPr/>
          </p:nvSpPr>
          <p:spPr>
            <a:xfrm>
              <a:off x="0" y="-9525"/>
              <a:ext cx="1055200" cy="227391"/>
            </a:xfrm>
            <a:prstGeom prst="rect">
              <a:avLst/>
            </a:prstGeom>
          </p:spPr>
          <p:txBody>
            <a:bodyPr anchor="ctr" rtlCol="false" tIns="50800" lIns="50800" bIns="50800" rIns="50800"/>
            <a:lstStyle/>
            <a:p>
              <a:pPr algn="ctr">
                <a:lnSpc>
                  <a:spcPts val="2604"/>
                </a:lnSpc>
              </a:pPr>
            </a:p>
          </p:txBody>
        </p:sp>
      </p:grpSp>
      <p:sp>
        <p:nvSpPr>
          <p:cNvPr name="Freeform 5" id="5"/>
          <p:cNvSpPr/>
          <p:nvPr/>
        </p:nvSpPr>
        <p:spPr>
          <a:xfrm flipH="false" flipV="false" rot="0">
            <a:off x="16987985" y="801782"/>
            <a:ext cx="542630" cy="453836"/>
          </a:xfrm>
          <a:custGeom>
            <a:avLst/>
            <a:gdLst/>
            <a:ahLst/>
            <a:cxnLst/>
            <a:rect r="r" b="b" t="t" l="l"/>
            <a:pathLst>
              <a:path h="453836" w="542630">
                <a:moveTo>
                  <a:pt x="0" y="0"/>
                </a:moveTo>
                <a:lnTo>
                  <a:pt x="542630" y="0"/>
                </a:lnTo>
                <a:lnTo>
                  <a:pt x="542630" y="453836"/>
                </a:lnTo>
                <a:lnTo>
                  <a:pt x="0" y="4538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2504990" y="-1767157"/>
            <a:ext cx="3086100" cy="30861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112889" y="0"/>
                  </a:moveTo>
                  <a:lnTo>
                    <a:pt x="699911" y="0"/>
                  </a:lnTo>
                  <a:cubicBezTo>
                    <a:pt x="762258" y="0"/>
                    <a:pt x="812800" y="50542"/>
                    <a:pt x="812800" y="112889"/>
                  </a:cubicBezTo>
                  <a:lnTo>
                    <a:pt x="812800" y="699911"/>
                  </a:lnTo>
                  <a:cubicBezTo>
                    <a:pt x="812800" y="762258"/>
                    <a:pt x="762258" y="812800"/>
                    <a:pt x="699911" y="812800"/>
                  </a:cubicBezTo>
                  <a:lnTo>
                    <a:pt x="112889" y="812800"/>
                  </a:lnTo>
                  <a:cubicBezTo>
                    <a:pt x="50542" y="812800"/>
                    <a:pt x="0" y="762258"/>
                    <a:pt x="0" y="699911"/>
                  </a:cubicBezTo>
                  <a:lnTo>
                    <a:pt x="0" y="112889"/>
                  </a:lnTo>
                  <a:cubicBezTo>
                    <a:pt x="0" y="50542"/>
                    <a:pt x="50542" y="0"/>
                    <a:pt x="112889" y="0"/>
                  </a:cubicBezTo>
                  <a:close/>
                </a:path>
              </a:pathLst>
            </a:custGeom>
            <a:solidFill>
              <a:srgbClr val="FF0010"/>
            </a:solidFill>
          </p:spPr>
        </p:sp>
        <p:sp>
          <p:nvSpPr>
            <p:cNvPr name="TextBox 8" id="8"/>
            <p:cNvSpPr txBox="true"/>
            <p:nvPr/>
          </p:nvSpPr>
          <p:spPr>
            <a:xfrm>
              <a:off x="0" y="19050"/>
              <a:ext cx="812800" cy="793750"/>
            </a:xfrm>
            <a:prstGeom prst="rect">
              <a:avLst/>
            </a:prstGeom>
          </p:spPr>
          <p:txBody>
            <a:bodyPr anchor="ctr" rtlCol="false" tIns="50800" lIns="50800" bIns="50800" rIns="50800"/>
            <a:lstStyle/>
            <a:p>
              <a:pPr algn="ctr">
                <a:lnSpc>
                  <a:spcPts val="2938"/>
                </a:lnSpc>
              </a:pPr>
            </a:p>
          </p:txBody>
        </p:sp>
      </p:grpSp>
      <p:grpSp>
        <p:nvGrpSpPr>
          <p:cNvPr name="Group 9" id="9"/>
          <p:cNvGrpSpPr/>
          <p:nvPr/>
        </p:nvGrpSpPr>
        <p:grpSpPr>
          <a:xfrm rot="0">
            <a:off x="209992" y="1509548"/>
            <a:ext cx="7944648" cy="7937761"/>
            <a:chOff x="0" y="0"/>
            <a:chExt cx="813505" cy="812800"/>
          </a:xfrm>
        </p:grpSpPr>
        <p:sp>
          <p:nvSpPr>
            <p:cNvPr name="Freeform 10" id="10"/>
            <p:cNvSpPr/>
            <p:nvPr/>
          </p:nvSpPr>
          <p:spPr>
            <a:xfrm flipH="false" flipV="false" rot="0">
              <a:off x="0" y="0"/>
              <a:ext cx="813505" cy="812800"/>
            </a:xfrm>
            <a:custGeom>
              <a:avLst/>
              <a:gdLst/>
              <a:ahLst/>
              <a:cxnLst/>
              <a:rect r="r" b="b" t="t" l="l"/>
              <a:pathLst>
                <a:path h="812800" w="813505">
                  <a:moveTo>
                    <a:pt x="22413" y="0"/>
                  </a:moveTo>
                  <a:lnTo>
                    <a:pt x="791092" y="0"/>
                  </a:lnTo>
                  <a:cubicBezTo>
                    <a:pt x="803471" y="0"/>
                    <a:pt x="813505" y="10035"/>
                    <a:pt x="813505" y="22413"/>
                  </a:cubicBezTo>
                  <a:lnTo>
                    <a:pt x="813505" y="790387"/>
                  </a:lnTo>
                  <a:cubicBezTo>
                    <a:pt x="813505" y="796331"/>
                    <a:pt x="811144" y="802032"/>
                    <a:pt x="806941" y="806235"/>
                  </a:cubicBezTo>
                  <a:cubicBezTo>
                    <a:pt x="802737" y="810439"/>
                    <a:pt x="797037" y="812800"/>
                    <a:pt x="791092" y="812800"/>
                  </a:cubicBezTo>
                  <a:lnTo>
                    <a:pt x="22413" y="812800"/>
                  </a:lnTo>
                  <a:cubicBezTo>
                    <a:pt x="10035" y="812800"/>
                    <a:pt x="0" y="802765"/>
                    <a:pt x="0" y="790387"/>
                  </a:cubicBezTo>
                  <a:lnTo>
                    <a:pt x="0" y="22413"/>
                  </a:lnTo>
                  <a:cubicBezTo>
                    <a:pt x="0" y="10035"/>
                    <a:pt x="10035" y="0"/>
                    <a:pt x="22413" y="0"/>
                  </a:cubicBezTo>
                  <a:close/>
                </a:path>
              </a:pathLst>
            </a:custGeom>
            <a:blipFill>
              <a:blip r:embed="rId4"/>
              <a:stretch>
                <a:fillRect l="-41512" t="0" r="-41512" b="0"/>
              </a:stretch>
            </a:blipFill>
          </p:spPr>
        </p:sp>
      </p:grpSp>
      <p:sp>
        <p:nvSpPr>
          <p:cNvPr name="TextBox 11" id="11"/>
          <p:cNvSpPr txBox="true"/>
          <p:nvPr/>
        </p:nvSpPr>
        <p:spPr>
          <a:xfrm rot="0">
            <a:off x="8534731" y="7722234"/>
            <a:ext cx="5388977" cy="1536066"/>
          </a:xfrm>
          <a:prstGeom prst="rect">
            <a:avLst/>
          </a:prstGeom>
        </p:spPr>
        <p:txBody>
          <a:bodyPr anchor="t" rtlCol="false" tIns="0" lIns="0" bIns="0" rIns="0">
            <a:spAutoFit/>
          </a:bodyPr>
          <a:lstStyle/>
          <a:p>
            <a:pPr algn="just">
              <a:lnSpc>
                <a:spcPts val="4059"/>
              </a:lnSpc>
            </a:pPr>
            <a:r>
              <a:rPr lang="en-US" sz="2899">
                <a:solidFill>
                  <a:srgbClr val="FFFFFF"/>
                </a:solidFill>
                <a:latin typeface="Questrial"/>
                <a:ea typeface="Questrial"/>
                <a:cs typeface="Questrial"/>
                <a:sym typeface="Questrial"/>
              </a:rPr>
              <a:t>1-Ezquiel Díaz</a:t>
            </a:r>
          </a:p>
          <a:p>
            <a:pPr algn="just">
              <a:lnSpc>
                <a:spcPts val="4059"/>
              </a:lnSpc>
            </a:pPr>
            <a:r>
              <a:rPr lang="en-US" sz="2899">
                <a:solidFill>
                  <a:srgbClr val="FFFFFF"/>
                </a:solidFill>
                <a:latin typeface="Questrial"/>
                <a:ea typeface="Questrial"/>
                <a:cs typeface="Questrial"/>
                <a:sym typeface="Questrial"/>
              </a:rPr>
              <a:t>2-Felipe Peréz</a:t>
            </a:r>
          </a:p>
          <a:p>
            <a:pPr algn="just">
              <a:lnSpc>
                <a:spcPts val="4059"/>
              </a:lnSpc>
            </a:pPr>
            <a:r>
              <a:rPr lang="en-US" sz="2899">
                <a:solidFill>
                  <a:srgbClr val="FFFFFF"/>
                </a:solidFill>
                <a:latin typeface="Questrial"/>
                <a:ea typeface="Questrial"/>
                <a:cs typeface="Questrial"/>
                <a:sym typeface="Questrial"/>
              </a:rPr>
              <a:t>3-Felipe Drugguet </a:t>
            </a:r>
          </a:p>
        </p:txBody>
      </p:sp>
      <p:sp>
        <p:nvSpPr>
          <p:cNvPr name="TextBox 12" id="12"/>
          <p:cNvSpPr txBox="true"/>
          <p:nvPr/>
        </p:nvSpPr>
        <p:spPr>
          <a:xfrm rot="0">
            <a:off x="6910674" y="6626880"/>
            <a:ext cx="6790678"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Open Sans Bold"/>
                <a:ea typeface="Open Sans Bold"/>
                <a:cs typeface="Open Sans Bold"/>
                <a:sym typeface="Open Sans Bold"/>
              </a:rPr>
              <a:t>Equipo</a:t>
            </a:r>
          </a:p>
        </p:txBody>
      </p:sp>
      <p:sp>
        <p:nvSpPr>
          <p:cNvPr name="TextBox 13" id="13"/>
          <p:cNvSpPr txBox="true"/>
          <p:nvPr/>
        </p:nvSpPr>
        <p:spPr>
          <a:xfrm rot="0">
            <a:off x="6713704" y="1674785"/>
            <a:ext cx="10816911" cy="3195319"/>
          </a:xfrm>
          <a:prstGeom prst="rect">
            <a:avLst/>
          </a:prstGeom>
        </p:spPr>
        <p:txBody>
          <a:bodyPr anchor="t" rtlCol="false" tIns="0" lIns="0" bIns="0" rIns="0">
            <a:spAutoFit/>
          </a:bodyPr>
          <a:lstStyle/>
          <a:p>
            <a:pPr algn="ctr">
              <a:lnSpc>
                <a:spcPts val="12880"/>
              </a:lnSpc>
            </a:pPr>
            <a:r>
              <a:rPr lang="en-US" sz="9200" b="true">
                <a:solidFill>
                  <a:srgbClr val="FFFFFF"/>
                </a:solidFill>
                <a:latin typeface="Open Sans Bold"/>
                <a:ea typeface="Open Sans Bold"/>
                <a:cs typeface="Open Sans Bold"/>
                <a:sym typeface="Open Sans Bold"/>
              </a:rPr>
              <a:t>Gestión de Biblioteca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3E8BA1"/>
        </a:solidFill>
      </p:bgPr>
    </p:bg>
    <p:spTree>
      <p:nvGrpSpPr>
        <p:cNvPr id="1" name=""/>
        <p:cNvGrpSpPr/>
        <p:nvPr/>
      </p:nvGrpSpPr>
      <p:grpSpPr>
        <a:xfrm>
          <a:off x="0" y="0"/>
          <a:ext cx="0" cy="0"/>
          <a:chOff x="0" y="0"/>
          <a:chExt cx="0" cy="0"/>
        </a:xfrm>
      </p:grpSpPr>
      <p:sp>
        <p:nvSpPr>
          <p:cNvPr name="Freeform 2" id="2"/>
          <p:cNvSpPr/>
          <p:nvPr/>
        </p:nvSpPr>
        <p:spPr>
          <a:xfrm flipH="false" flipV="false" rot="0">
            <a:off x="17259300" y="284621"/>
            <a:ext cx="542630" cy="453836"/>
          </a:xfrm>
          <a:custGeom>
            <a:avLst/>
            <a:gdLst/>
            <a:ahLst/>
            <a:cxnLst/>
            <a:rect r="r" b="b" t="t" l="l"/>
            <a:pathLst>
              <a:path h="453836" w="542630">
                <a:moveTo>
                  <a:pt x="0" y="0"/>
                </a:moveTo>
                <a:lnTo>
                  <a:pt x="542630" y="0"/>
                </a:lnTo>
                <a:lnTo>
                  <a:pt x="542630" y="453836"/>
                </a:lnTo>
                <a:lnTo>
                  <a:pt x="0" y="4538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393243" y="8096845"/>
            <a:ext cx="11075839" cy="3086100"/>
            <a:chOff x="0" y="0"/>
            <a:chExt cx="2917093" cy="812800"/>
          </a:xfrm>
        </p:grpSpPr>
        <p:sp>
          <p:nvSpPr>
            <p:cNvPr name="Freeform 4" id="4"/>
            <p:cNvSpPr/>
            <p:nvPr/>
          </p:nvSpPr>
          <p:spPr>
            <a:xfrm flipH="false" flipV="false" rot="0">
              <a:off x="0" y="0"/>
              <a:ext cx="2917093" cy="812800"/>
            </a:xfrm>
            <a:custGeom>
              <a:avLst/>
              <a:gdLst/>
              <a:ahLst/>
              <a:cxnLst/>
              <a:rect r="r" b="b" t="t" l="l"/>
              <a:pathLst>
                <a:path h="812800" w="2917093">
                  <a:moveTo>
                    <a:pt x="31455" y="0"/>
                  </a:moveTo>
                  <a:lnTo>
                    <a:pt x="2885639" y="0"/>
                  </a:lnTo>
                  <a:cubicBezTo>
                    <a:pt x="2903011" y="0"/>
                    <a:pt x="2917093" y="14083"/>
                    <a:pt x="2917093" y="31455"/>
                  </a:cubicBezTo>
                  <a:lnTo>
                    <a:pt x="2917093" y="781345"/>
                  </a:lnTo>
                  <a:cubicBezTo>
                    <a:pt x="2917093" y="798717"/>
                    <a:pt x="2903011" y="812800"/>
                    <a:pt x="2885639" y="812800"/>
                  </a:cubicBezTo>
                  <a:lnTo>
                    <a:pt x="31455" y="812800"/>
                  </a:lnTo>
                  <a:cubicBezTo>
                    <a:pt x="14083" y="812800"/>
                    <a:pt x="0" y="798717"/>
                    <a:pt x="0" y="781345"/>
                  </a:cubicBezTo>
                  <a:lnTo>
                    <a:pt x="0" y="31455"/>
                  </a:lnTo>
                  <a:cubicBezTo>
                    <a:pt x="0" y="14083"/>
                    <a:pt x="14083" y="0"/>
                    <a:pt x="31455" y="0"/>
                  </a:cubicBezTo>
                  <a:close/>
                </a:path>
              </a:pathLst>
            </a:custGeom>
            <a:solidFill>
              <a:srgbClr val="FF0010"/>
            </a:solidFill>
          </p:spPr>
        </p:sp>
        <p:sp>
          <p:nvSpPr>
            <p:cNvPr name="TextBox 5" id="5"/>
            <p:cNvSpPr txBox="true"/>
            <p:nvPr/>
          </p:nvSpPr>
          <p:spPr>
            <a:xfrm>
              <a:off x="0" y="19050"/>
              <a:ext cx="2917093" cy="793750"/>
            </a:xfrm>
            <a:prstGeom prst="rect">
              <a:avLst/>
            </a:prstGeom>
          </p:spPr>
          <p:txBody>
            <a:bodyPr anchor="ctr" rtlCol="false" tIns="50800" lIns="50800" bIns="50800" rIns="50800"/>
            <a:lstStyle/>
            <a:p>
              <a:pPr algn="ctr">
                <a:lnSpc>
                  <a:spcPts val="2938"/>
                </a:lnSpc>
              </a:pPr>
            </a:p>
          </p:txBody>
        </p:sp>
      </p:grpSp>
      <p:grpSp>
        <p:nvGrpSpPr>
          <p:cNvPr name="Group 6" id="6"/>
          <p:cNvGrpSpPr/>
          <p:nvPr/>
        </p:nvGrpSpPr>
        <p:grpSpPr>
          <a:xfrm rot="0">
            <a:off x="9668721" y="1318943"/>
            <a:ext cx="7590579" cy="8660996"/>
            <a:chOff x="0" y="0"/>
            <a:chExt cx="1175979" cy="1341815"/>
          </a:xfrm>
        </p:grpSpPr>
        <p:sp>
          <p:nvSpPr>
            <p:cNvPr name="Freeform 7" id="7"/>
            <p:cNvSpPr/>
            <p:nvPr/>
          </p:nvSpPr>
          <p:spPr>
            <a:xfrm flipH="false" flipV="false" rot="0">
              <a:off x="0" y="0"/>
              <a:ext cx="1175979" cy="1341815"/>
            </a:xfrm>
            <a:custGeom>
              <a:avLst/>
              <a:gdLst/>
              <a:ahLst/>
              <a:cxnLst/>
              <a:rect r="r" b="b" t="t" l="l"/>
              <a:pathLst>
                <a:path h="1341815" w="1175979">
                  <a:moveTo>
                    <a:pt x="0" y="0"/>
                  </a:moveTo>
                  <a:lnTo>
                    <a:pt x="1175979" y="0"/>
                  </a:lnTo>
                  <a:lnTo>
                    <a:pt x="1175979" y="1341815"/>
                  </a:lnTo>
                  <a:lnTo>
                    <a:pt x="0" y="1341815"/>
                  </a:lnTo>
                  <a:close/>
                </a:path>
              </a:pathLst>
            </a:custGeom>
            <a:blipFill>
              <a:blip r:embed="rId4"/>
              <a:stretch>
                <a:fillRect l="-35576" t="0" r="-35576" b="0"/>
              </a:stretch>
            </a:blipFill>
          </p:spPr>
        </p:sp>
      </p:grpSp>
      <p:grpSp>
        <p:nvGrpSpPr>
          <p:cNvPr name="Group 8" id="8"/>
          <p:cNvGrpSpPr/>
          <p:nvPr/>
        </p:nvGrpSpPr>
        <p:grpSpPr>
          <a:xfrm rot="0">
            <a:off x="-2504990" y="-1767157"/>
            <a:ext cx="3086100" cy="30861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112889" y="0"/>
                  </a:moveTo>
                  <a:lnTo>
                    <a:pt x="699911" y="0"/>
                  </a:lnTo>
                  <a:cubicBezTo>
                    <a:pt x="762258" y="0"/>
                    <a:pt x="812800" y="50542"/>
                    <a:pt x="812800" y="112889"/>
                  </a:cubicBezTo>
                  <a:lnTo>
                    <a:pt x="812800" y="699911"/>
                  </a:lnTo>
                  <a:cubicBezTo>
                    <a:pt x="812800" y="762258"/>
                    <a:pt x="762258" y="812800"/>
                    <a:pt x="699911" y="812800"/>
                  </a:cubicBezTo>
                  <a:lnTo>
                    <a:pt x="112889" y="812800"/>
                  </a:lnTo>
                  <a:cubicBezTo>
                    <a:pt x="50542" y="812800"/>
                    <a:pt x="0" y="762258"/>
                    <a:pt x="0" y="699911"/>
                  </a:cubicBezTo>
                  <a:lnTo>
                    <a:pt x="0" y="112889"/>
                  </a:lnTo>
                  <a:cubicBezTo>
                    <a:pt x="0" y="50542"/>
                    <a:pt x="50542" y="0"/>
                    <a:pt x="112889" y="0"/>
                  </a:cubicBezTo>
                  <a:close/>
                </a:path>
              </a:pathLst>
            </a:custGeom>
            <a:solidFill>
              <a:srgbClr val="FF0010"/>
            </a:solidFill>
          </p:spPr>
        </p:sp>
        <p:sp>
          <p:nvSpPr>
            <p:cNvPr name="TextBox 10" id="10"/>
            <p:cNvSpPr txBox="true"/>
            <p:nvPr/>
          </p:nvSpPr>
          <p:spPr>
            <a:xfrm>
              <a:off x="0" y="19050"/>
              <a:ext cx="812800" cy="793750"/>
            </a:xfrm>
            <a:prstGeom prst="rect">
              <a:avLst/>
            </a:prstGeom>
          </p:spPr>
          <p:txBody>
            <a:bodyPr anchor="ctr" rtlCol="false" tIns="50800" lIns="50800" bIns="50800" rIns="50800"/>
            <a:lstStyle/>
            <a:p>
              <a:pPr algn="ctr">
                <a:lnSpc>
                  <a:spcPts val="2938"/>
                </a:lnSpc>
              </a:pPr>
            </a:p>
          </p:txBody>
        </p:sp>
      </p:grpSp>
      <p:sp>
        <p:nvSpPr>
          <p:cNvPr name="TextBox 11" id="11"/>
          <p:cNvSpPr txBox="true"/>
          <p:nvPr/>
        </p:nvSpPr>
        <p:spPr>
          <a:xfrm rot="0">
            <a:off x="870839" y="1872108"/>
            <a:ext cx="8115300" cy="2627956"/>
          </a:xfrm>
          <a:prstGeom prst="rect">
            <a:avLst/>
          </a:prstGeom>
        </p:spPr>
        <p:txBody>
          <a:bodyPr anchor="t" rtlCol="false" tIns="0" lIns="0" bIns="0" rIns="0">
            <a:spAutoFit/>
          </a:bodyPr>
          <a:lstStyle/>
          <a:p>
            <a:pPr algn="l">
              <a:lnSpc>
                <a:spcPts val="10296"/>
              </a:lnSpc>
            </a:pPr>
            <a:r>
              <a:rPr lang="en-US" sz="9112" b="true">
                <a:solidFill>
                  <a:srgbClr val="FFFFFF"/>
                </a:solidFill>
                <a:latin typeface="Pattanakarn Expanded Medium"/>
                <a:ea typeface="Pattanakarn Expanded Medium"/>
                <a:cs typeface="Pattanakarn Expanded Medium"/>
                <a:sym typeface="Pattanakarn Expanded Medium"/>
              </a:rPr>
              <a:t>Definition of Computers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3E8BA1"/>
        </a:solidFill>
      </p:bgPr>
    </p:bg>
    <p:spTree>
      <p:nvGrpSpPr>
        <p:cNvPr id="1" name=""/>
        <p:cNvGrpSpPr/>
        <p:nvPr/>
      </p:nvGrpSpPr>
      <p:grpSpPr>
        <a:xfrm>
          <a:off x="0" y="0"/>
          <a:ext cx="0" cy="0"/>
          <a:chOff x="0" y="0"/>
          <a:chExt cx="0" cy="0"/>
        </a:xfrm>
      </p:grpSpPr>
      <p:grpSp>
        <p:nvGrpSpPr>
          <p:cNvPr name="Group 2" id="2"/>
          <p:cNvGrpSpPr/>
          <p:nvPr/>
        </p:nvGrpSpPr>
        <p:grpSpPr>
          <a:xfrm rot="-5400000">
            <a:off x="11181096" y="1520094"/>
            <a:ext cx="14536040" cy="7246813"/>
            <a:chOff x="0" y="0"/>
            <a:chExt cx="3828422" cy="1908626"/>
          </a:xfrm>
        </p:grpSpPr>
        <p:sp>
          <p:nvSpPr>
            <p:cNvPr name="Freeform 3" id="3"/>
            <p:cNvSpPr/>
            <p:nvPr/>
          </p:nvSpPr>
          <p:spPr>
            <a:xfrm flipH="false" flipV="false" rot="0">
              <a:off x="0" y="0"/>
              <a:ext cx="3828422" cy="1908626"/>
            </a:xfrm>
            <a:custGeom>
              <a:avLst/>
              <a:gdLst/>
              <a:ahLst/>
              <a:cxnLst/>
              <a:rect r="r" b="b" t="t" l="l"/>
              <a:pathLst>
                <a:path h="1908626" w="3828422">
                  <a:moveTo>
                    <a:pt x="23967" y="0"/>
                  </a:moveTo>
                  <a:lnTo>
                    <a:pt x="3804455" y="0"/>
                  </a:lnTo>
                  <a:cubicBezTo>
                    <a:pt x="3810812" y="0"/>
                    <a:pt x="3816908" y="2525"/>
                    <a:pt x="3821402" y="7020"/>
                  </a:cubicBezTo>
                  <a:cubicBezTo>
                    <a:pt x="3825897" y="11514"/>
                    <a:pt x="3828422" y="17611"/>
                    <a:pt x="3828422" y="23967"/>
                  </a:cubicBezTo>
                  <a:lnTo>
                    <a:pt x="3828422" y="1884658"/>
                  </a:lnTo>
                  <a:cubicBezTo>
                    <a:pt x="3828422" y="1891015"/>
                    <a:pt x="3825897" y="1897111"/>
                    <a:pt x="3821402" y="1901606"/>
                  </a:cubicBezTo>
                  <a:cubicBezTo>
                    <a:pt x="3816908" y="1906101"/>
                    <a:pt x="3810812" y="1908626"/>
                    <a:pt x="3804455" y="1908626"/>
                  </a:cubicBezTo>
                  <a:lnTo>
                    <a:pt x="23967" y="1908626"/>
                  </a:lnTo>
                  <a:cubicBezTo>
                    <a:pt x="17611" y="1908626"/>
                    <a:pt x="11514" y="1906101"/>
                    <a:pt x="7020" y="1901606"/>
                  </a:cubicBezTo>
                  <a:cubicBezTo>
                    <a:pt x="2525" y="1897111"/>
                    <a:pt x="0" y="1891015"/>
                    <a:pt x="0" y="1884658"/>
                  </a:cubicBezTo>
                  <a:lnTo>
                    <a:pt x="0" y="23967"/>
                  </a:lnTo>
                  <a:cubicBezTo>
                    <a:pt x="0" y="17611"/>
                    <a:pt x="2525" y="11514"/>
                    <a:pt x="7020" y="7020"/>
                  </a:cubicBezTo>
                  <a:cubicBezTo>
                    <a:pt x="11514" y="2525"/>
                    <a:pt x="17611" y="0"/>
                    <a:pt x="23967" y="0"/>
                  </a:cubicBezTo>
                  <a:close/>
                </a:path>
              </a:pathLst>
            </a:custGeom>
            <a:solidFill>
              <a:srgbClr val="FF0010"/>
            </a:solidFill>
          </p:spPr>
        </p:sp>
        <p:sp>
          <p:nvSpPr>
            <p:cNvPr name="TextBox 4" id="4"/>
            <p:cNvSpPr txBox="true"/>
            <p:nvPr/>
          </p:nvSpPr>
          <p:spPr>
            <a:xfrm>
              <a:off x="0" y="19050"/>
              <a:ext cx="3828422" cy="1889576"/>
            </a:xfrm>
            <a:prstGeom prst="rect">
              <a:avLst/>
            </a:prstGeom>
          </p:spPr>
          <p:txBody>
            <a:bodyPr anchor="ctr" rtlCol="false" tIns="50800" lIns="50800" bIns="50800" rIns="50800"/>
            <a:lstStyle/>
            <a:p>
              <a:pPr algn="ctr">
                <a:lnSpc>
                  <a:spcPts val="2938"/>
                </a:lnSpc>
              </a:pPr>
            </a:p>
          </p:txBody>
        </p:sp>
      </p:grpSp>
      <p:sp>
        <p:nvSpPr>
          <p:cNvPr name="Freeform 5" id="5"/>
          <p:cNvSpPr/>
          <p:nvPr/>
        </p:nvSpPr>
        <p:spPr>
          <a:xfrm flipH="false" flipV="false" rot="0">
            <a:off x="16987985" y="801782"/>
            <a:ext cx="542630" cy="453836"/>
          </a:xfrm>
          <a:custGeom>
            <a:avLst/>
            <a:gdLst/>
            <a:ahLst/>
            <a:cxnLst/>
            <a:rect r="r" b="b" t="t" l="l"/>
            <a:pathLst>
              <a:path h="453836" w="542630">
                <a:moveTo>
                  <a:pt x="0" y="0"/>
                </a:moveTo>
                <a:lnTo>
                  <a:pt x="542630" y="0"/>
                </a:lnTo>
                <a:lnTo>
                  <a:pt x="542630" y="453836"/>
                </a:lnTo>
                <a:lnTo>
                  <a:pt x="0" y="4538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2504990" y="-1767157"/>
            <a:ext cx="3086100" cy="30861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112889" y="0"/>
                  </a:moveTo>
                  <a:lnTo>
                    <a:pt x="699911" y="0"/>
                  </a:lnTo>
                  <a:cubicBezTo>
                    <a:pt x="762258" y="0"/>
                    <a:pt x="812800" y="50542"/>
                    <a:pt x="812800" y="112889"/>
                  </a:cubicBezTo>
                  <a:lnTo>
                    <a:pt x="812800" y="699911"/>
                  </a:lnTo>
                  <a:cubicBezTo>
                    <a:pt x="812800" y="762258"/>
                    <a:pt x="762258" y="812800"/>
                    <a:pt x="699911" y="812800"/>
                  </a:cubicBezTo>
                  <a:lnTo>
                    <a:pt x="112889" y="812800"/>
                  </a:lnTo>
                  <a:cubicBezTo>
                    <a:pt x="50542" y="812800"/>
                    <a:pt x="0" y="762258"/>
                    <a:pt x="0" y="699911"/>
                  </a:cubicBezTo>
                  <a:lnTo>
                    <a:pt x="0" y="112889"/>
                  </a:lnTo>
                  <a:cubicBezTo>
                    <a:pt x="0" y="50542"/>
                    <a:pt x="50542" y="0"/>
                    <a:pt x="112889" y="0"/>
                  </a:cubicBezTo>
                  <a:close/>
                </a:path>
              </a:pathLst>
            </a:custGeom>
            <a:solidFill>
              <a:srgbClr val="FF0010"/>
            </a:solidFill>
          </p:spPr>
        </p:sp>
        <p:sp>
          <p:nvSpPr>
            <p:cNvPr name="TextBox 8" id="8"/>
            <p:cNvSpPr txBox="true"/>
            <p:nvPr/>
          </p:nvSpPr>
          <p:spPr>
            <a:xfrm>
              <a:off x="0" y="19050"/>
              <a:ext cx="812800" cy="793750"/>
            </a:xfrm>
            <a:prstGeom prst="rect">
              <a:avLst/>
            </a:prstGeom>
          </p:spPr>
          <p:txBody>
            <a:bodyPr anchor="ctr" rtlCol="false" tIns="50800" lIns="50800" bIns="50800" rIns="50800"/>
            <a:lstStyle/>
            <a:p>
              <a:pPr algn="ctr">
                <a:lnSpc>
                  <a:spcPts val="2938"/>
                </a:lnSpc>
              </a:pPr>
            </a:p>
          </p:txBody>
        </p:sp>
      </p:grpSp>
      <p:sp>
        <p:nvSpPr>
          <p:cNvPr name="TextBox 9" id="9"/>
          <p:cNvSpPr txBox="true"/>
          <p:nvPr/>
        </p:nvSpPr>
        <p:spPr>
          <a:xfrm rot="0">
            <a:off x="1028700" y="747982"/>
            <a:ext cx="1542483" cy="570961"/>
          </a:xfrm>
          <a:prstGeom prst="rect">
            <a:avLst/>
          </a:prstGeom>
        </p:spPr>
        <p:txBody>
          <a:bodyPr anchor="t" rtlCol="false" tIns="0" lIns="0" bIns="0" rIns="0">
            <a:spAutoFit/>
          </a:bodyPr>
          <a:lstStyle/>
          <a:p>
            <a:pPr algn="just">
              <a:lnSpc>
                <a:spcPts val="2226"/>
              </a:lnSpc>
            </a:pPr>
            <a:r>
              <a:rPr lang="en-US" sz="1970">
                <a:solidFill>
                  <a:srgbClr val="FFFFFF"/>
                </a:solidFill>
                <a:latin typeface="Pattanakarn Expanded"/>
                <a:ea typeface="Pattanakarn Expanded"/>
                <a:cs typeface="Pattanakarn Expanded"/>
                <a:sym typeface="Pattanakarn Expanded"/>
              </a:rPr>
              <a:t>STUDIO SHODWE</a:t>
            </a:r>
          </a:p>
        </p:txBody>
      </p:sp>
      <p:sp>
        <p:nvSpPr>
          <p:cNvPr name="TextBox 10" id="10"/>
          <p:cNvSpPr txBox="true"/>
          <p:nvPr/>
        </p:nvSpPr>
        <p:spPr>
          <a:xfrm rot="0">
            <a:off x="1028700" y="2182628"/>
            <a:ext cx="8115300" cy="2633706"/>
          </a:xfrm>
          <a:prstGeom prst="rect">
            <a:avLst/>
          </a:prstGeom>
        </p:spPr>
        <p:txBody>
          <a:bodyPr anchor="t" rtlCol="false" tIns="0" lIns="0" bIns="0" rIns="0">
            <a:spAutoFit/>
          </a:bodyPr>
          <a:lstStyle/>
          <a:p>
            <a:pPr algn="just">
              <a:lnSpc>
                <a:spcPts val="10296"/>
              </a:lnSpc>
            </a:pPr>
            <a:r>
              <a:rPr lang="en-US" sz="9112" b="true">
                <a:solidFill>
                  <a:srgbClr val="FFFFFF"/>
                </a:solidFill>
                <a:latin typeface="Pattanakarn Expanded Medium"/>
                <a:ea typeface="Pattanakarn Expanded Medium"/>
                <a:cs typeface="Pattanakarn Expanded Medium"/>
                <a:sym typeface="Pattanakarn Expanded Medium"/>
              </a:rPr>
              <a:t>Artificial Intelligence</a:t>
            </a:r>
          </a:p>
        </p:txBody>
      </p:sp>
      <p:grpSp>
        <p:nvGrpSpPr>
          <p:cNvPr name="Group 11" id="11"/>
          <p:cNvGrpSpPr/>
          <p:nvPr/>
        </p:nvGrpSpPr>
        <p:grpSpPr>
          <a:xfrm rot="0">
            <a:off x="1028700" y="5622869"/>
            <a:ext cx="7191648" cy="3635431"/>
            <a:chOff x="0" y="0"/>
            <a:chExt cx="1894097" cy="957480"/>
          </a:xfrm>
        </p:grpSpPr>
        <p:sp>
          <p:nvSpPr>
            <p:cNvPr name="Freeform 12" id="12"/>
            <p:cNvSpPr/>
            <p:nvPr/>
          </p:nvSpPr>
          <p:spPr>
            <a:xfrm flipH="false" flipV="false" rot="0">
              <a:off x="0" y="0"/>
              <a:ext cx="1894097" cy="957480"/>
            </a:xfrm>
            <a:custGeom>
              <a:avLst/>
              <a:gdLst/>
              <a:ahLst/>
              <a:cxnLst/>
              <a:rect r="r" b="b" t="t" l="l"/>
              <a:pathLst>
                <a:path h="957480" w="1894097">
                  <a:moveTo>
                    <a:pt x="48443" y="0"/>
                  </a:moveTo>
                  <a:lnTo>
                    <a:pt x="1845654" y="0"/>
                  </a:lnTo>
                  <a:cubicBezTo>
                    <a:pt x="1858501" y="0"/>
                    <a:pt x="1870823" y="5104"/>
                    <a:pt x="1879908" y="14189"/>
                  </a:cubicBezTo>
                  <a:cubicBezTo>
                    <a:pt x="1888993" y="23274"/>
                    <a:pt x="1894097" y="35595"/>
                    <a:pt x="1894097" y="48443"/>
                  </a:cubicBezTo>
                  <a:lnTo>
                    <a:pt x="1894097" y="909037"/>
                  </a:lnTo>
                  <a:cubicBezTo>
                    <a:pt x="1894097" y="921885"/>
                    <a:pt x="1888993" y="934206"/>
                    <a:pt x="1879908" y="943291"/>
                  </a:cubicBezTo>
                  <a:cubicBezTo>
                    <a:pt x="1870823" y="952376"/>
                    <a:pt x="1858501" y="957480"/>
                    <a:pt x="1845654" y="957480"/>
                  </a:cubicBezTo>
                  <a:lnTo>
                    <a:pt x="48443" y="957480"/>
                  </a:lnTo>
                  <a:cubicBezTo>
                    <a:pt x="35595" y="957480"/>
                    <a:pt x="23274" y="952376"/>
                    <a:pt x="14189" y="943291"/>
                  </a:cubicBezTo>
                  <a:cubicBezTo>
                    <a:pt x="5104" y="934206"/>
                    <a:pt x="0" y="921885"/>
                    <a:pt x="0" y="909037"/>
                  </a:cubicBezTo>
                  <a:lnTo>
                    <a:pt x="0" y="48443"/>
                  </a:lnTo>
                  <a:cubicBezTo>
                    <a:pt x="0" y="35595"/>
                    <a:pt x="5104" y="23274"/>
                    <a:pt x="14189" y="14189"/>
                  </a:cubicBezTo>
                  <a:cubicBezTo>
                    <a:pt x="23274" y="5104"/>
                    <a:pt x="35595" y="0"/>
                    <a:pt x="48443" y="0"/>
                  </a:cubicBezTo>
                  <a:close/>
                </a:path>
              </a:pathLst>
            </a:custGeom>
            <a:solidFill>
              <a:srgbClr val="FF0010"/>
            </a:solidFill>
          </p:spPr>
        </p:sp>
        <p:sp>
          <p:nvSpPr>
            <p:cNvPr name="TextBox 13" id="13"/>
            <p:cNvSpPr txBox="true"/>
            <p:nvPr/>
          </p:nvSpPr>
          <p:spPr>
            <a:xfrm>
              <a:off x="0" y="19050"/>
              <a:ext cx="1894097" cy="938430"/>
            </a:xfrm>
            <a:prstGeom prst="rect">
              <a:avLst/>
            </a:prstGeom>
          </p:spPr>
          <p:txBody>
            <a:bodyPr anchor="ctr" rtlCol="false" tIns="50800" lIns="50800" bIns="50800" rIns="50800"/>
            <a:lstStyle/>
            <a:p>
              <a:pPr algn="ctr">
                <a:lnSpc>
                  <a:spcPts val="2938"/>
                </a:lnSpc>
              </a:pPr>
            </a:p>
          </p:txBody>
        </p:sp>
      </p:grpSp>
      <p:grpSp>
        <p:nvGrpSpPr>
          <p:cNvPr name="Group 14" id="14"/>
          <p:cNvGrpSpPr/>
          <p:nvPr/>
        </p:nvGrpSpPr>
        <p:grpSpPr>
          <a:xfrm rot="0">
            <a:off x="10196602" y="-464198"/>
            <a:ext cx="4629108" cy="11304600"/>
            <a:chOff x="0" y="0"/>
            <a:chExt cx="717170" cy="1751378"/>
          </a:xfrm>
        </p:grpSpPr>
        <p:sp>
          <p:nvSpPr>
            <p:cNvPr name="Freeform 15" id="15"/>
            <p:cNvSpPr/>
            <p:nvPr/>
          </p:nvSpPr>
          <p:spPr>
            <a:xfrm flipH="false" flipV="false" rot="0">
              <a:off x="0" y="0"/>
              <a:ext cx="717170" cy="1751378"/>
            </a:xfrm>
            <a:custGeom>
              <a:avLst/>
              <a:gdLst/>
              <a:ahLst/>
              <a:cxnLst/>
              <a:rect r="r" b="b" t="t" l="l"/>
              <a:pathLst>
                <a:path h="1751378" w="717170">
                  <a:moveTo>
                    <a:pt x="75260" y="0"/>
                  </a:moveTo>
                  <a:lnTo>
                    <a:pt x="641910" y="0"/>
                  </a:lnTo>
                  <a:cubicBezTo>
                    <a:pt x="683475" y="0"/>
                    <a:pt x="717170" y="33695"/>
                    <a:pt x="717170" y="75260"/>
                  </a:cubicBezTo>
                  <a:lnTo>
                    <a:pt x="717170" y="1676118"/>
                  </a:lnTo>
                  <a:cubicBezTo>
                    <a:pt x="717170" y="1696079"/>
                    <a:pt x="709241" y="1715221"/>
                    <a:pt x="695127" y="1729335"/>
                  </a:cubicBezTo>
                  <a:cubicBezTo>
                    <a:pt x="681013" y="1743449"/>
                    <a:pt x="661870" y="1751378"/>
                    <a:pt x="641910" y="1751378"/>
                  </a:cubicBezTo>
                  <a:lnTo>
                    <a:pt x="75260" y="1751378"/>
                  </a:lnTo>
                  <a:cubicBezTo>
                    <a:pt x="55300" y="1751378"/>
                    <a:pt x="36157" y="1743449"/>
                    <a:pt x="22043" y="1729335"/>
                  </a:cubicBezTo>
                  <a:cubicBezTo>
                    <a:pt x="7929" y="1715221"/>
                    <a:pt x="0" y="1696079"/>
                    <a:pt x="0" y="1676118"/>
                  </a:cubicBezTo>
                  <a:lnTo>
                    <a:pt x="0" y="75260"/>
                  </a:lnTo>
                  <a:cubicBezTo>
                    <a:pt x="0" y="55300"/>
                    <a:pt x="7929" y="36157"/>
                    <a:pt x="22043" y="22043"/>
                  </a:cubicBezTo>
                  <a:cubicBezTo>
                    <a:pt x="36157" y="7929"/>
                    <a:pt x="55300" y="0"/>
                    <a:pt x="75260" y="0"/>
                  </a:cubicBezTo>
                  <a:close/>
                </a:path>
              </a:pathLst>
            </a:custGeom>
            <a:blipFill>
              <a:blip r:embed="rId4"/>
              <a:stretch>
                <a:fillRect l="-133269" t="0" r="-133269"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E8BA1"/>
        </a:solidFill>
      </p:bgPr>
    </p:bg>
    <p:spTree>
      <p:nvGrpSpPr>
        <p:cNvPr id="1" name=""/>
        <p:cNvGrpSpPr/>
        <p:nvPr/>
      </p:nvGrpSpPr>
      <p:grpSpPr>
        <a:xfrm>
          <a:off x="0" y="0"/>
          <a:ext cx="0" cy="0"/>
          <a:chOff x="0" y="0"/>
          <a:chExt cx="0" cy="0"/>
        </a:xfrm>
      </p:grpSpPr>
      <p:sp>
        <p:nvSpPr>
          <p:cNvPr name="Freeform 2" id="2"/>
          <p:cNvSpPr/>
          <p:nvPr/>
        </p:nvSpPr>
        <p:spPr>
          <a:xfrm flipH="false" flipV="false" rot="0">
            <a:off x="16987985" y="801782"/>
            <a:ext cx="542630" cy="453836"/>
          </a:xfrm>
          <a:custGeom>
            <a:avLst/>
            <a:gdLst/>
            <a:ahLst/>
            <a:cxnLst/>
            <a:rect r="r" b="b" t="t" l="l"/>
            <a:pathLst>
              <a:path h="453836" w="542630">
                <a:moveTo>
                  <a:pt x="0" y="0"/>
                </a:moveTo>
                <a:lnTo>
                  <a:pt x="542630" y="0"/>
                </a:lnTo>
                <a:lnTo>
                  <a:pt x="542630" y="453836"/>
                </a:lnTo>
                <a:lnTo>
                  <a:pt x="0" y="4538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504990" y="-1767157"/>
            <a:ext cx="3086100" cy="30861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112889" y="0"/>
                  </a:moveTo>
                  <a:lnTo>
                    <a:pt x="699911" y="0"/>
                  </a:lnTo>
                  <a:cubicBezTo>
                    <a:pt x="762258" y="0"/>
                    <a:pt x="812800" y="50542"/>
                    <a:pt x="812800" y="112889"/>
                  </a:cubicBezTo>
                  <a:lnTo>
                    <a:pt x="812800" y="699911"/>
                  </a:lnTo>
                  <a:cubicBezTo>
                    <a:pt x="812800" y="762258"/>
                    <a:pt x="762258" y="812800"/>
                    <a:pt x="699911" y="812800"/>
                  </a:cubicBezTo>
                  <a:lnTo>
                    <a:pt x="112889" y="812800"/>
                  </a:lnTo>
                  <a:cubicBezTo>
                    <a:pt x="50542" y="812800"/>
                    <a:pt x="0" y="762258"/>
                    <a:pt x="0" y="699911"/>
                  </a:cubicBezTo>
                  <a:lnTo>
                    <a:pt x="0" y="112889"/>
                  </a:lnTo>
                  <a:cubicBezTo>
                    <a:pt x="0" y="50542"/>
                    <a:pt x="50542" y="0"/>
                    <a:pt x="112889" y="0"/>
                  </a:cubicBezTo>
                  <a:close/>
                </a:path>
              </a:pathLst>
            </a:custGeom>
            <a:solidFill>
              <a:srgbClr val="FF0010"/>
            </a:solidFill>
          </p:spPr>
        </p:sp>
        <p:sp>
          <p:nvSpPr>
            <p:cNvPr name="TextBox 5" id="5"/>
            <p:cNvSpPr txBox="true"/>
            <p:nvPr/>
          </p:nvSpPr>
          <p:spPr>
            <a:xfrm>
              <a:off x="0" y="19050"/>
              <a:ext cx="812800" cy="793750"/>
            </a:xfrm>
            <a:prstGeom prst="rect">
              <a:avLst/>
            </a:prstGeom>
          </p:spPr>
          <p:txBody>
            <a:bodyPr anchor="ctr" rtlCol="false" tIns="50800" lIns="50800" bIns="50800" rIns="50800"/>
            <a:lstStyle/>
            <a:p>
              <a:pPr algn="ctr">
                <a:lnSpc>
                  <a:spcPts val="2938"/>
                </a:lnSpc>
              </a:pPr>
            </a:p>
          </p:txBody>
        </p:sp>
      </p:grpSp>
      <p:sp>
        <p:nvSpPr>
          <p:cNvPr name="TextBox 6" id="6"/>
          <p:cNvSpPr txBox="true"/>
          <p:nvPr/>
        </p:nvSpPr>
        <p:spPr>
          <a:xfrm rot="0">
            <a:off x="1388244" y="4381577"/>
            <a:ext cx="5476544" cy="2202180"/>
          </a:xfrm>
          <a:prstGeom prst="rect">
            <a:avLst/>
          </a:prstGeom>
        </p:spPr>
        <p:txBody>
          <a:bodyPr anchor="t" rtlCol="false" tIns="0" lIns="0" bIns="0" rIns="0">
            <a:spAutoFit/>
          </a:bodyPr>
          <a:lstStyle/>
          <a:p>
            <a:pPr algn="just">
              <a:lnSpc>
                <a:spcPts val="2520"/>
              </a:lnSpc>
            </a:pPr>
            <a:r>
              <a:rPr lang="en-US" sz="1800">
                <a:solidFill>
                  <a:srgbClr val="FFFFFF"/>
                </a:solidFill>
                <a:latin typeface="Questrial"/>
                <a:ea typeface="Questrial"/>
                <a:cs typeface="Questrial"/>
                <a:sym typeface="Questrial"/>
              </a:rPr>
              <a:t>Lorem ipsum dolor sit amet, consectetur adipiscing elit, sed do eiusmod tempor incididunt ut labore et dolore magna aliqua. Ut enim ad minim veniam, quis nostrud exercitation ullamco laboris nisi ut aliquip ex ea commodo consequat.</a:t>
            </a:r>
            <a:r>
              <a:rPr lang="en-US" sz="1800">
                <a:solidFill>
                  <a:srgbClr val="FFFFFF"/>
                </a:solidFill>
                <a:latin typeface="Questrial"/>
                <a:ea typeface="Questrial"/>
                <a:cs typeface="Questrial"/>
                <a:sym typeface="Questrial"/>
              </a:rPr>
              <a:t> </a:t>
            </a:r>
            <a:r>
              <a:rPr lang="en-US" sz="1800">
                <a:solidFill>
                  <a:srgbClr val="FFFFFF"/>
                </a:solidFill>
                <a:latin typeface="Questrial"/>
                <a:ea typeface="Questrial"/>
                <a:cs typeface="Questrial"/>
                <a:sym typeface="Questrial"/>
              </a:rPr>
              <a:t>Lorem ipsum dolor sit amet, consectetur adipiscing elit, sed do eiusmod tempor incididunt ut labore et dolore magna aliqua.</a:t>
            </a:r>
          </a:p>
        </p:txBody>
      </p:sp>
      <p:grpSp>
        <p:nvGrpSpPr>
          <p:cNvPr name="Group 7" id="7"/>
          <p:cNvGrpSpPr/>
          <p:nvPr/>
        </p:nvGrpSpPr>
        <p:grpSpPr>
          <a:xfrm rot="0">
            <a:off x="2359794" y="7362070"/>
            <a:ext cx="3086100" cy="13710294"/>
            <a:chOff x="0" y="0"/>
            <a:chExt cx="812800" cy="3610942"/>
          </a:xfrm>
        </p:grpSpPr>
        <p:sp>
          <p:nvSpPr>
            <p:cNvPr name="Freeform 8" id="8"/>
            <p:cNvSpPr/>
            <p:nvPr/>
          </p:nvSpPr>
          <p:spPr>
            <a:xfrm flipH="false" flipV="false" rot="0">
              <a:off x="0" y="0"/>
              <a:ext cx="812800" cy="3610942"/>
            </a:xfrm>
            <a:custGeom>
              <a:avLst/>
              <a:gdLst/>
              <a:ahLst/>
              <a:cxnLst/>
              <a:rect r="r" b="b" t="t" l="l"/>
              <a:pathLst>
                <a:path h="3610942" w="812800">
                  <a:moveTo>
                    <a:pt x="112889" y="0"/>
                  </a:moveTo>
                  <a:lnTo>
                    <a:pt x="699911" y="0"/>
                  </a:lnTo>
                  <a:cubicBezTo>
                    <a:pt x="762258" y="0"/>
                    <a:pt x="812800" y="50542"/>
                    <a:pt x="812800" y="112889"/>
                  </a:cubicBezTo>
                  <a:lnTo>
                    <a:pt x="812800" y="3498053"/>
                  </a:lnTo>
                  <a:cubicBezTo>
                    <a:pt x="812800" y="3560399"/>
                    <a:pt x="762258" y="3610942"/>
                    <a:pt x="699911" y="3610942"/>
                  </a:cubicBezTo>
                  <a:lnTo>
                    <a:pt x="112889" y="3610942"/>
                  </a:lnTo>
                  <a:cubicBezTo>
                    <a:pt x="50542" y="3610942"/>
                    <a:pt x="0" y="3560399"/>
                    <a:pt x="0" y="3498053"/>
                  </a:cubicBezTo>
                  <a:lnTo>
                    <a:pt x="0" y="112889"/>
                  </a:lnTo>
                  <a:cubicBezTo>
                    <a:pt x="0" y="50542"/>
                    <a:pt x="50542" y="0"/>
                    <a:pt x="112889" y="0"/>
                  </a:cubicBezTo>
                  <a:close/>
                </a:path>
              </a:pathLst>
            </a:custGeom>
            <a:solidFill>
              <a:srgbClr val="FF0010"/>
            </a:solidFill>
          </p:spPr>
        </p:sp>
        <p:sp>
          <p:nvSpPr>
            <p:cNvPr name="TextBox 9" id="9"/>
            <p:cNvSpPr txBox="true"/>
            <p:nvPr/>
          </p:nvSpPr>
          <p:spPr>
            <a:xfrm>
              <a:off x="0" y="19050"/>
              <a:ext cx="812800" cy="3591892"/>
            </a:xfrm>
            <a:prstGeom prst="rect">
              <a:avLst/>
            </a:prstGeom>
          </p:spPr>
          <p:txBody>
            <a:bodyPr anchor="ctr" rtlCol="false" tIns="50800" lIns="50800" bIns="50800" rIns="50800"/>
            <a:lstStyle/>
            <a:p>
              <a:pPr algn="ctr">
                <a:lnSpc>
                  <a:spcPts val="2938"/>
                </a:lnSpc>
              </a:pPr>
            </a:p>
          </p:txBody>
        </p:sp>
      </p:grpSp>
      <p:grpSp>
        <p:nvGrpSpPr>
          <p:cNvPr name="Group 10" id="10"/>
          <p:cNvGrpSpPr/>
          <p:nvPr/>
        </p:nvGrpSpPr>
        <p:grpSpPr>
          <a:xfrm rot="0">
            <a:off x="9503544" y="1318943"/>
            <a:ext cx="7231101" cy="723110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78303" t="0" r="-78303" b="0"/>
              </a:stretch>
            </a:blipFill>
          </p:spPr>
        </p:sp>
      </p:grpSp>
      <p:sp>
        <p:nvSpPr>
          <p:cNvPr name="TextBox 12" id="12"/>
          <p:cNvSpPr txBox="true"/>
          <p:nvPr/>
        </p:nvSpPr>
        <p:spPr>
          <a:xfrm rot="0">
            <a:off x="1388244" y="858932"/>
            <a:ext cx="8115300" cy="2627956"/>
          </a:xfrm>
          <a:prstGeom prst="rect">
            <a:avLst/>
          </a:prstGeom>
        </p:spPr>
        <p:txBody>
          <a:bodyPr anchor="t" rtlCol="false" tIns="0" lIns="0" bIns="0" rIns="0">
            <a:spAutoFit/>
          </a:bodyPr>
          <a:lstStyle/>
          <a:p>
            <a:pPr algn="l">
              <a:lnSpc>
                <a:spcPts val="10296"/>
              </a:lnSpc>
            </a:pPr>
            <a:r>
              <a:rPr lang="en-US" sz="9112" b="true">
                <a:solidFill>
                  <a:srgbClr val="FFFFFF"/>
                </a:solidFill>
                <a:latin typeface="Pattanakarn Expanded Medium"/>
                <a:ea typeface="Pattanakarn Expanded Medium"/>
                <a:cs typeface="Pattanakarn Expanded Medium"/>
                <a:sym typeface="Pattanakarn Expanded Medium"/>
              </a:rPr>
              <a:t>Future Trends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521B43"/>
        </a:solidFill>
      </p:bgPr>
    </p:bg>
    <p:spTree>
      <p:nvGrpSpPr>
        <p:cNvPr id="1" name=""/>
        <p:cNvGrpSpPr/>
        <p:nvPr/>
      </p:nvGrpSpPr>
      <p:grpSpPr>
        <a:xfrm>
          <a:off x="0" y="0"/>
          <a:ext cx="0" cy="0"/>
          <a:chOff x="0" y="0"/>
          <a:chExt cx="0" cy="0"/>
        </a:xfrm>
      </p:grpSpPr>
      <p:grpSp>
        <p:nvGrpSpPr>
          <p:cNvPr name="Group 2" id="2"/>
          <p:cNvGrpSpPr/>
          <p:nvPr/>
        </p:nvGrpSpPr>
        <p:grpSpPr>
          <a:xfrm rot="-5400000">
            <a:off x="11181096" y="1520094"/>
            <a:ext cx="14536040" cy="7246813"/>
            <a:chOff x="0" y="0"/>
            <a:chExt cx="3828422" cy="1908626"/>
          </a:xfrm>
        </p:grpSpPr>
        <p:sp>
          <p:nvSpPr>
            <p:cNvPr name="Freeform 3" id="3"/>
            <p:cNvSpPr/>
            <p:nvPr/>
          </p:nvSpPr>
          <p:spPr>
            <a:xfrm flipH="false" flipV="false" rot="0">
              <a:off x="0" y="0"/>
              <a:ext cx="3828422" cy="1908626"/>
            </a:xfrm>
            <a:custGeom>
              <a:avLst/>
              <a:gdLst/>
              <a:ahLst/>
              <a:cxnLst/>
              <a:rect r="r" b="b" t="t" l="l"/>
              <a:pathLst>
                <a:path h="1908626" w="3828422">
                  <a:moveTo>
                    <a:pt x="23967" y="0"/>
                  </a:moveTo>
                  <a:lnTo>
                    <a:pt x="3804455" y="0"/>
                  </a:lnTo>
                  <a:cubicBezTo>
                    <a:pt x="3810812" y="0"/>
                    <a:pt x="3816908" y="2525"/>
                    <a:pt x="3821402" y="7020"/>
                  </a:cubicBezTo>
                  <a:cubicBezTo>
                    <a:pt x="3825897" y="11514"/>
                    <a:pt x="3828422" y="17611"/>
                    <a:pt x="3828422" y="23967"/>
                  </a:cubicBezTo>
                  <a:lnTo>
                    <a:pt x="3828422" y="1884658"/>
                  </a:lnTo>
                  <a:cubicBezTo>
                    <a:pt x="3828422" y="1891015"/>
                    <a:pt x="3825897" y="1897111"/>
                    <a:pt x="3821402" y="1901606"/>
                  </a:cubicBezTo>
                  <a:cubicBezTo>
                    <a:pt x="3816908" y="1906101"/>
                    <a:pt x="3810812" y="1908626"/>
                    <a:pt x="3804455" y="1908626"/>
                  </a:cubicBezTo>
                  <a:lnTo>
                    <a:pt x="23967" y="1908626"/>
                  </a:lnTo>
                  <a:cubicBezTo>
                    <a:pt x="17611" y="1908626"/>
                    <a:pt x="11514" y="1906101"/>
                    <a:pt x="7020" y="1901606"/>
                  </a:cubicBezTo>
                  <a:cubicBezTo>
                    <a:pt x="2525" y="1897111"/>
                    <a:pt x="0" y="1891015"/>
                    <a:pt x="0" y="1884658"/>
                  </a:cubicBezTo>
                  <a:lnTo>
                    <a:pt x="0" y="23967"/>
                  </a:lnTo>
                  <a:cubicBezTo>
                    <a:pt x="0" y="17611"/>
                    <a:pt x="2525" y="11514"/>
                    <a:pt x="7020" y="7020"/>
                  </a:cubicBezTo>
                  <a:cubicBezTo>
                    <a:pt x="11514" y="2525"/>
                    <a:pt x="17611" y="0"/>
                    <a:pt x="23967" y="0"/>
                  </a:cubicBezTo>
                  <a:close/>
                </a:path>
              </a:pathLst>
            </a:custGeom>
            <a:solidFill>
              <a:srgbClr val="FF0010"/>
            </a:solidFill>
          </p:spPr>
        </p:sp>
        <p:sp>
          <p:nvSpPr>
            <p:cNvPr name="TextBox 4" id="4"/>
            <p:cNvSpPr txBox="true"/>
            <p:nvPr/>
          </p:nvSpPr>
          <p:spPr>
            <a:xfrm>
              <a:off x="0" y="19050"/>
              <a:ext cx="3828422" cy="1889576"/>
            </a:xfrm>
            <a:prstGeom prst="rect">
              <a:avLst/>
            </a:prstGeom>
          </p:spPr>
          <p:txBody>
            <a:bodyPr anchor="ctr" rtlCol="false" tIns="50800" lIns="50800" bIns="50800" rIns="50800"/>
            <a:lstStyle/>
            <a:p>
              <a:pPr algn="ctr">
                <a:lnSpc>
                  <a:spcPts val="2938"/>
                </a:lnSpc>
              </a:pPr>
            </a:p>
          </p:txBody>
        </p:sp>
      </p:grpSp>
      <p:sp>
        <p:nvSpPr>
          <p:cNvPr name="Freeform 5" id="5"/>
          <p:cNvSpPr/>
          <p:nvPr/>
        </p:nvSpPr>
        <p:spPr>
          <a:xfrm flipH="false" flipV="false" rot="0">
            <a:off x="16987985" y="801782"/>
            <a:ext cx="542630" cy="453836"/>
          </a:xfrm>
          <a:custGeom>
            <a:avLst/>
            <a:gdLst/>
            <a:ahLst/>
            <a:cxnLst/>
            <a:rect r="r" b="b" t="t" l="l"/>
            <a:pathLst>
              <a:path h="453836" w="542630">
                <a:moveTo>
                  <a:pt x="0" y="0"/>
                </a:moveTo>
                <a:lnTo>
                  <a:pt x="542630" y="0"/>
                </a:lnTo>
                <a:lnTo>
                  <a:pt x="542630" y="453836"/>
                </a:lnTo>
                <a:lnTo>
                  <a:pt x="0" y="4538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2504990" y="-1767157"/>
            <a:ext cx="3086100" cy="30861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112889" y="0"/>
                  </a:moveTo>
                  <a:lnTo>
                    <a:pt x="699911" y="0"/>
                  </a:lnTo>
                  <a:cubicBezTo>
                    <a:pt x="762258" y="0"/>
                    <a:pt x="812800" y="50542"/>
                    <a:pt x="812800" y="112889"/>
                  </a:cubicBezTo>
                  <a:lnTo>
                    <a:pt x="812800" y="699911"/>
                  </a:lnTo>
                  <a:cubicBezTo>
                    <a:pt x="812800" y="762258"/>
                    <a:pt x="762258" y="812800"/>
                    <a:pt x="699911" y="812800"/>
                  </a:cubicBezTo>
                  <a:lnTo>
                    <a:pt x="112889" y="812800"/>
                  </a:lnTo>
                  <a:cubicBezTo>
                    <a:pt x="50542" y="812800"/>
                    <a:pt x="0" y="762258"/>
                    <a:pt x="0" y="699911"/>
                  </a:cubicBezTo>
                  <a:lnTo>
                    <a:pt x="0" y="112889"/>
                  </a:lnTo>
                  <a:cubicBezTo>
                    <a:pt x="0" y="50542"/>
                    <a:pt x="50542" y="0"/>
                    <a:pt x="112889" y="0"/>
                  </a:cubicBezTo>
                  <a:close/>
                </a:path>
              </a:pathLst>
            </a:custGeom>
            <a:solidFill>
              <a:srgbClr val="FF0010"/>
            </a:solidFill>
          </p:spPr>
        </p:sp>
        <p:sp>
          <p:nvSpPr>
            <p:cNvPr name="TextBox 8" id="8"/>
            <p:cNvSpPr txBox="true"/>
            <p:nvPr/>
          </p:nvSpPr>
          <p:spPr>
            <a:xfrm>
              <a:off x="0" y="19050"/>
              <a:ext cx="812800" cy="793750"/>
            </a:xfrm>
            <a:prstGeom prst="rect">
              <a:avLst/>
            </a:prstGeom>
          </p:spPr>
          <p:txBody>
            <a:bodyPr anchor="ctr" rtlCol="false" tIns="50800" lIns="50800" bIns="50800" rIns="50800"/>
            <a:lstStyle/>
            <a:p>
              <a:pPr algn="ctr">
                <a:lnSpc>
                  <a:spcPts val="2938"/>
                </a:lnSpc>
              </a:pPr>
            </a:p>
          </p:txBody>
        </p:sp>
      </p:grpSp>
      <p:sp>
        <p:nvSpPr>
          <p:cNvPr name="TextBox 9" id="9"/>
          <p:cNvSpPr txBox="true"/>
          <p:nvPr/>
        </p:nvSpPr>
        <p:spPr>
          <a:xfrm rot="0">
            <a:off x="1028700" y="1376093"/>
            <a:ext cx="8115300" cy="2633706"/>
          </a:xfrm>
          <a:prstGeom prst="rect">
            <a:avLst/>
          </a:prstGeom>
        </p:spPr>
        <p:txBody>
          <a:bodyPr anchor="t" rtlCol="false" tIns="0" lIns="0" bIns="0" rIns="0">
            <a:spAutoFit/>
          </a:bodyPr>
          <a:lstStyle/>
          <a:p>
            <a:pPr algn="just">
              <a:lnSpc>
                <a:spcPts val="10296"/>
              </a:lnSpc>
            </a:pPr>
            <a:r>
              <a:rPr lang="en-US" sz="9112" b="true">
                <a:solidFill>
                  <a:srgbClr val="FFFFFF"/>
                </a:solidFill>
                <a:latin typeface="Pattanakarn Expanded Medium"/>
                <a:ea typeface="Pattanakarn Expanded Medium"/>
                <a:cs typeface="Pattanakarn Expanded Medium"/>
                <a:sym typeface="Pattanakarn Expanded Medium"/>
              </a:rPr>
              <a:t>Artificial Intelligence</a:t>
            </a:r>
          </a:p>
        </p:txBody>
      </p:sp>
      <p:grpSp>
        <p:nvGrpSpPr>
          <p:cNvPr name="Group 10" id="10"/>
          <p:cNvGrpSpPr/>
          <p:nvPr/>
        </p:nvGrpSpPr>
        <p:grpSpPr>
          <a:xfrm rot="0">
            <a:off x="581110" y="4009799"/>
            <a:ext cx="7191648" cy="3635431"/>
            <a:chOff x="0" y="0"/>
            <a:chExt cx="1894097" cy="957480"/>
          </a:xfrm>
        </p:grpSpPr>
        <p:sp>
          <p:nvSpPr>
            <p:cNvPr name="Freeform 11" id="11"/>
            <p:cNvSpPr/>
            <p:nvPr/>
          </p:nvSpPr>
          <p:spPr>
            <a:xfrm flipH="false" flipV="false" rot="0">
              <a:off x="0" y="0"/>
              <a:ext cx="1894097" cy="957480"/>
            </a:xfrm>
            <a:custGeom>
              <a:avLst/>
              <a:gdLst/>
              <a:ahLst/>
              <a:cxnLst/>
              <a:rect r="r" b="b" t="t" l="l"/>
              <a:pathLst>
                <a:path h="957480" w="1894097">
                  <a:moveTo>
                    <a:pt x="48443" y="0"/>
                  </a:moveTo>
                  <a:lnTo>
                    <a:pt x="1845654" y="0"/>
                  </a:lnTo>
                  <a:cubicBezTo>
                    <a:pt x="1858501" y="0"/>
                    <a:pt x="1870823" y="5104"/>
                    <a:pt x="1879908" y="14189"/>
                  </a:cubicBezTo>
                  <a:cubicBezTo>
                    <a:pt x="1888993" y="23274"/>
                    <a:pt x="1894097" y="35595"/>
                    <a:pt x="1894097" y="48443"/>
                  </a:cubicBezTo>
                  <a:lnTo>
                    <a:pt x="1894097" y="909037"/>
                  </a:lnTo>
                  <a:cubicBezTo>
                    <a:pt x="1894097" y="921885"/>
                    <a:pt x="1888993" y="934206"/>
                    <a:pt x="1879908" y="943291"/>
                  </a:cubicBezTo>
                  <a:cubicBezTo>
                    <a:pt x="1870823" y="952376"/>
                    <a:pt x="1858501" y="957480"/>
                    <a:pt x="1845654" y="957480"/>
                  </a:cubicBezTo>
                  <a:lnTo>
                    <a:pt x="48443" y="957480"/>
                  </a:lnTo>
                  <a:cubicBezTo>
                    <a:pt x="35595" y="957480"/>
                    <a:pt x="23274" y="952376"/>
                    <a:pt x="14189" y="943291"/>
                  </a:cubicBezTo>
                  <a:cubicBezTo>
                    <a:pt x="5104" y="934206"/>
                    <a:pt x="0" y="921885"/>
                    <a:pt x="0" y="909037"/>
                  </a:cubicBezTo>
                  <a:lnTo>
                    <a:pt x="0" y="48443"/>
                  </a:lnTo>
                  <a:cubicBezTo>
                    <a:pt x="0" y="35595"/>
                    <a:pt x="5104" y="23274"/>
                    <a:pt x="14189" y="14189"/>
                  </a:cubicBezTo>
                  <a:cubicBezTo>
                    <a:pt x="23274" y="5104"/>
                    <a:pt x="35595" y="0"/>
                    <a:pt x="48443" y="0"/>
                  </a:cubicBezTo>
                  <a:close/>
                </a:path>
              </a:pathLst>
            </a:custGeom>
            <a:solidFill>
              <a:srgbClr val="FF0010"/>
            </a:solidFill>
          </p:spPr>
        </p:sp>
        <p:sp>
          <p:nvSpPr>
            <p:cNvPr name="TextBox 12" id="12"/>
            <p:cNvSpPr txBox="true"/>
            <p:nvPr/>
          </p:nvSpPr>
          <p:spPr>
            <a:xfrm>
              <a:off x="0" y="19050"/>
              <a:ext cx="1894097" cy="938430"/>
            </a:xfrm>
            <a:prstGeom prst="rect">
              <a:avLst/>
            </a:prstGeom>
          </p:spPr>
          <p:txBody>
            <a:bodyPr anchor="ctr" rtlCol="false" tIns="50800" lIns="50800" bIns="50800" rIns="50800"/>
            <a:lstStyle/>
            <a:p>
              <a:pPr algn="ctr">
                <a:lnSpc>
                  <a:spcPts val="2938"/>
                </a:lnSpc>
              </a:pPr>
            </a:p>
          </p:txBody>
        </p:sp>
      </p:grpSp>
      <p:sp>
        <p:nvSpPr>
          <p:cNvPr name="TextBox 13" id="13"/>
          <p:cNvSpPr txBox="true"/>
          <p:nvPr/>
        </p:nvSpPr>
        <p:spPr>
          <a:xfrm rot="0">
            <a:off x="1028700" y="4388287"/>
            <a:ext cx="5923360" cy="2830830"/>
          </a:xfrm>
          <a:prstGeom prst="rect">
            <a:avLst/>
          </a:prstGeom>
        </p:spPr>
        <p:txBody>
          <a:bodyPr anchor="t" rtlCol="false" tIns="0" lIns="0" bIns="0" rIns="0">
            <a:spAutoFit/>
          </a:bodyPr>
          <a:lstStyle/>
          <a:p>
            <a:pPr algn="just">
              <a:lnSpc>
                <a:spcPts val="2520"/>
              </a:lnSpc>
            </a:pPr>
            <a:r>
              <a:rPr lang="en-US" sz="1800">
                <a:solidFill>
                  <a:srgbClr val="FFFFFF"/>
                </a:solidFill>
                <a:latin typeface="Questrial"/>
                <a:ea typeface="Questrial"/>
                <a:cs typeface="Questrial"/>
                <a:sym typeface="Questrial"/>
              </a:rPr>
              <a:t>Lorem ipsum dolor sit amet, consectetur adipiscing elit, sed do eiusmod tempor incididunt ut labore et dolore magna aliqua. Ut enim ad minim veniam, quis nostrud exercitation ullamco laboris nisi ut aliquip ex ea commodo consequat.</a:t>
            </a:r>
            <a:r>
              <a:rPr lang="en-US" sz="1800">
                <a:solidFill>
                  <a:srgbClr val="FFFFFF"/>
                </a:solidFill>
                <a:latin typeface="Questrial"/>
                <a:ea typeface="Questrial"/>
                <a:cs typeface="Questrial"/>
                <a:sym typeface="Questrial"/>
              </a:rPr>
              <a:t> </a:t>
            </a:r>
            <a:r>
              <a:rPr lang="en-US" sz="1800">
                <a:solidFill>
                  <a:srgbClr val="FFFFFF"/>
                </a:solidFill>
                <a:latin typeface="Questrial"/>
                <a:ea typeface="Questrial"/>
                <a:cs typeface="Questrial"/>
                <a:sym typeface="Questrial"/>
              </a:rPr>
              <a:t>Lorem ipsum dolor sit amet, consectetur adipiscing elit, sed do eiusmod tempor incididunt ut labore et dolore magna aliqua. Ut enim ad minim veniam, quis nostrud exercitation ullamco laboris nisi ut aliquip ex ea commodo consequat. </a:t>
            </a:r>
          </a:p>
        </p:txBody>
      </p:sp>
      <p:grpSp>
        <p:nvGrpSpPr>
          <p:cNvPr name="Group 14" id="14"/>
          <p:cNvGrpSpPr/>
          <p:nvPr/>
        </p:nvGrpSpPr>
        <p:grpSpPr>
          <a:xfrm rot="0">
            <a:off x="10196602" y="-464198"/>
            <a:ext cx="4629108" cy="11304600"/>
            <a:chOff x="0" y="0"/>
            <a:chExt cx="717170" cy="1751378"/>
          </a:xfrm>
        </p:grpSpPr>
        <p:sp>
          <p:nvSpPr>
            <p:cNvPr name="Freeform 15" id="15"/>
            <p:cNvSpPr/>
            <p:nvPr/>
          </p:nvSpPr>
          <p:spPr>
            <a:xfrm flipH="false" flipV="false" rot="0">
              <a:off x="0" y="0"/>
              <a:ext cx="717170" cy="1751378"/>
            </a:xfrm>
            <a:custGeom>
              <a:avLst/>
              <a:gdLst/>
              <a:ahLst/>
              <a:cxnLst/>
              <a:rect r="r" b="b" t="t" l="l"/>
              <a:pathLst>
                <a:path h="1751378" w="717170">
                  <a:moveTo>
                    <a:pt x="75260" y="0"/>
                  </a:moveTo>
                  <a:lnTo>
                    <a:pt x="641910" y="0"/>
                  </a:lnTo>
                  <a:cubicBezTo>
                    <a:pt x="683475" y="0"/>
                    <a:pt x="717170" y="33695"/>
                    <a:pt x="717170" y="75260"/>
                  </a:cubicBezTo>
                  <a:lnTo>
                    <a:pt x="717170" y="1676118"/>
                  </a:lnTo>
                  <a:cubicBezTo>
                    <a:pt x="717170" y="1696079"/>
                    <a:pt x="709241" y="1715221"/>
                    <a:pt x="695127" y="1729335"/>
                  </a:cubicBezTo>
                  <a:cubicBezTo>
                    <a:pt x="681013" y="1743449"/>
                    <a:pt x="661870" y="1751378"/>
                    <a:pt x="641910" y="1751378"/>
                  </a:cubicBezTo>
                  <a:lnTo>
                    <a:pt x="75260" y="1751378"/>
                  </a:lnTo>
                  <a:cubicBezTo>
                    <a:pt x="55300" y="1751378"/>
                    <a:pt x="36157" y="1743449"/>
                    <a:pt x="22043" y="1729335"/>
                  </a:cubicBezTo>
                  <a:cubicBezTo>
                    <a:pt x="7929" y="1715221"/>
                    <a:pt x="0" y="1696079"/>
                    <a:pt x="0" y="1676118"/>
                  </a:cubicBezTo>
                  <a:lnTo>
                    <a:pt x="0" y="75260"/>
                  </a:lnTo>
                  <a:cubicBezTo>
                    <a:pt x="0" y="55300"/>
                    <a:pt x="7929" y="36157"/>
                    <a:pt x="22043" y="22043"/>
                  </a:cubicBezTo>
                  <a:cubicBezTo>
                    <a:pt x="36157" y="7929"/>
                    <a:pt x="55300" y="0"/>
                    <a:pt x="75260" y="0"/>
                  </a:cubicBezTo>
                  <a:close/>
                </a:path>
              </a:pathLst>
            </a:custGeom>
            <a:blipFill>
              <a:blip r:embed="rId4"/>
              <a:stretch>
                <a:fillRect l="-133269" t="0" r="-133269"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4E0610"/>
        </a:solidFill>
      </p:bgPr>
    </p:bg>
    <p:spTree>
      <p:nvGrpSpPr>
        <p:cNvPr id="1" name=""/>
        <p:cNvGrpSpPr/>
        <p:nvPr/>
      </p:nvGrpSpPr>
      <p:grpSpPr>
        <a:xfrm>
          <a:off x="0" y="0"/>
          <a:ext cx="0" cy="0"/>
          <a:chOff x="0" y="0"/>
          <a:chExt cx="0" cy="0"/>
        </a:xfrm>
      </p:grpSpPr>
      <p:sp>
        <p:nvSpPr>
          <p:cNvPr name="TextBox 2" id="2"/>
          <p:cNvSpPr txBox="true"/>
          <p:nvPr/>
        </p:nvSpPr>
        <p:spPr>
          <a:xfrm rot="0">
            <a:off x="6055812" y="1939229"/>
            <a:ext cx="9691654" cy="2633706"/>
          </a:xfrm>
          <a:prstGeom prst="rect">
            <a:avLst/>
          </a:prstGeom>
        </p:spPr>
        <p:txBody>
          <a:bodyPr anchor="t" rtlCol="false" tIns="0" lIns="0" bIns="0" rIns="0">
            <a:spAutoFit/>
          </a:bodyPr>
          <a:lstStyle/>
          <a:p>
            <a:pPr algn="r">
              <a:lnSpc>
                <a:spcPts val="10296"/>
              </a:lnSpc>
            </a:pPr>
            <a:r>
              <a:rPr lang="en-US" sz="9112" b="true">
                <a:solidFill>
                  <a:srgbClr val="FFFFFF"/>
                </a:solidFill>
                <a:latin typeface="Pattanakarn Expanded Medium"/>
                <a:ea typeface="Pattanakarn Expanded Medium"/>
                <a:cs typeface="Pattanakarn Expanded Medium"/>
                <a:sym typeface="Pattanakarn Expanded Medium"/>
              </a:rPr>
              <a:t>Technological Advancements</a:t>
            </a:r>
          </a:p>
        </p:txBody>
      </p:sp>
      <p:sp>
        <p:nvSpPr>
          <p:cNvPr name="Freeform 3" id="3"/>
          <p:cNvSpPr/>
          <p:nvPr/>
        </p:nvSpPr>
        <p:spPr>
          <a:xfrm flipH="false" flipV="false" rot="0">
            <a:off x="16987985" y="801782"/>
            <a:ext cx="542630" cy="453836"/>
          </a:xfrm>
          <a:custGeom>
            <a:avLst/>
            <a:gdLst/>
            <a:ahLst/>
            <a:cxnLst/>
            <a:rect r="r" b="b" t="t" l="l"/>
            <a:pathLst>
              <a:path h="453836" w="542630">
                <a:moveTo>
                  <a:pt x="0" y="0"/>
                </a:moveTo>
                <a:lnTo>
                  <a:pt x="542630" y="0"/>
                </a:lnTo>
                <a:lnTo>
                  <a:pt x="542630" y="453836"/>
                </a:lnTo>
                <a:lnTo>
                  <a:pt x="0" y="4538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2504990" y="-1767157"/>
            <a:ext cx="3086100" cy="3086100"/>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112889" y="0"/>
                  </a:moveTo>
                  <a:lnTo>
                    <a:pt x="699911" y="0"/>
                  </a:lnTo>
                  <a:cubicBezTo>
                    <a:pt x="762258" y="0"/>
                    <a:pt x="812800" y="50542"/>
                    <a:pt x="812800" y="112889"/>
                  </a:cubicBezTo>
                  <a:lnTo>
                    <a:pt x="812800" y="699911"/>
                  </a:lnTo>
                  <a:cubicBezTo>
                    <a:pt x="812800" y="762258"/>
                    <a:pt x="762258" y="812800"/>
                    <a:pt x="699911" y="812800"/>
                  </a:cubicBezTo>
                  <a:lnTo>
                    <a:pt x="112889" y="812800"/>
                  </a:lnTo>
                  <a:cubicBezTo>
                    <a:pt x="50542" y="812800"/>
                    <a:pt x="0" y="762258"/>
                    <a:pt x="0" y="699911"/>
                  </a:cubicBezTo>
                  <a:lnTo>
                    <a:pt x="0" y="112889"/>
                  </a:lnTo>
                  <a:cubicBezTo>
                    <a:pt x="0" y="50542"/>
                    <a:pt x="50542" y="0"/>
                    <a:pt x="112889" y="0"/>
                  </a:cubicBezTo>
                  <a:close/>
                </a:path>
              </a:pathLst>
            </a:custGeom>
            <a:solidFill>
              <a:srgbClr val="FF0010"/>
            </a:solidFill>
          </p:spPr>
        </p:sp>
        <p:sp>
          <p:nvSpPr>
            <p:cNvPr name="TextBox 6" id="6"/>
            <p:cNvSpPr txBox="true"/>
            <p:nvPr/>
          </p:nvSpPr>
          <p:spPr>
            <a:xfrm>
              <a:off x="0" y="19050"/>
              <a:ext cx="812800" cy="793750"/>
            </a:xfrm>
            <a:prstGeom prst="rect">
              <a:avLst/>
            </a:prstGeom>
          </p:spPr>
          <p:txBody>
            <a:bodyPr anchor="ctr" rtlCol="false" tIns="50800" lIns="50800" bIns="50800" rIns="50800"/>
            <a:lstStyle/>
            <a:p>
              <a:pPr algn="ctr">
                <a:lnSpc>
                  <a:spcPts val="2938"/>
                </a:lnSpc>
              </a:pPr>
            </a:p>
          </p:txBody>
        </p:sp>
      </p:grpSp>
      <p:grpSp>
        <p:nvGrpSpPr>
          <p:cNvPr name="Group 7" id="7"/>
          <p:cNvGrpSpPr/>
          <p:nvPr/>
        </p:nvGrpSpPr>
        <p:grpSpPr>
          <a:xfrm rot="0">
            <a:off x="1028700" y="2403153"/>
            <a:ext cx="4403327" cy="13710294"/>
            <a:chOff x="0" y="0"/>
            <a:chExt cx="1159724" cy="3610942"/>
          </a:xfrm>
        </p:grpSpPr>
        <p:sp>
          <p:nvSpPr>
            <p:cNvPr name="Freeform 8" id="8"/>
            <p:cNvSpPr/>
            <p:nvPr/>
          </p:nvSpPr>
          <p:spPr>
            <a:xfrm flipH="false" flipV="false" rot="0">
              <a:off x="0" y="0"/>
              <a:ext cx="1159724" cy="3610942"/>
            </a:xfrm>
            <a:custGeom>
              <a:avLst/>
              <a:gdLst/>
              <a:ahLst/>
              <a:cxnLst/>
              <a:rect r="r" b="b" t="t" l="l"/>
              <a:pathLst>
                <a:path h="3610942" w="1159724">
                  <a:moveTo>
                    <a:pt x="79119" y="0"/>
                  </a:moveTo>
                  <a:lnTo>
                    <a:pt x="1080605" y="0"/>
                  </a:lnTo>
                  <a:cubicBezTo>
                    <a:pt x="1124301" y="0"/>
                    <a:pt x="1159724" y="35423"/>
                    <a:pt x="1159724" y="79119"/>
                  </a:cubicBezTo>
                  <a:lnTo>
                    <a:pt x="1159724" y="3531823"/>
                  </a:lnTo>
                  <a:cubicBezTo>
                    <a:pt x="1159724" y="3552806"/>
                    <a:pt x="1151388" y="3572930"/>
                    <a:pt x="1136551" y="3587768"/>
                  </a:cubicBezTo>
                  <a:cubicBezTo>
                    <a:pt x="1121713" y="3602606"/>
                    <a:pt x="1101589" y="3610942"/>
                    <a:pt x="1080605" y="3610942"/>
                  </a:cubicBezTo>
                  <a:lnTo>
                    <a:pt x="79119" y="3610942"/>
                  </a:lnTo>
                  <a:cubicBezTo>
                    <a:pt x="58135" y="3610942"/>
                    <a:pt x="38011" y="3602606"/>
                    <a:pt x="23173" y="3587768"/>
                  </a:cubicBezTo>
                  <a:cubicBezTo>
                    <a:pt x="8336" y="3572930"/>
                    <a:pt x="0" y="3552806"/>
                    <a:pt x="0" y="3531823"/>
                  </a:cubicBezTo>
                  <a:lnTo>
                    <a:pt x="0" y="79119"/>
                  </a:lnTo>
                  <a:cubicBezTo>
                    <a:pt x="0" y="58135"/>
                    <a:pt x="8336" y="38011"/>
                    <a:pt x="23173" y="23173"/>
                  </a:cubicBezTo>
                  <a:cubicBezTo>
                    <a:pt x="38011" y="8336"/>
                    <a:pt x="58135" y="0"/>
                    <a:pt x="79119" y="0"/>
                  </a:cubicBezTo>
                  <a:close/>
                </a:path>
              </a:pathLst>
            </a:custGeom>
            <a:solidFill>
              <a:srgbClr val="FF0010"/>
            </a:solidFill>
          </p:spPr>
        </p:sp>
        <p:sp>
          <p:nvSpPr>
            <p:cNvPr name="TextBox 9" id="9"/>
            <p:cNvSpPr txBox="true"/>
            <p:nvPr/>
          </p:nvSpPr>
          <p:spPr>
            <a:xfrm>
              <a:off x="0" y="19050"/>
              <a:ext cx="1159724" cy="3591892"/>
            </a:xfrm>
            <a:prstGeom prst="rect">
              <a:avLst/>
            </a:prstGeom>
          </p:spPr>
          <p:txBody>
            <a:bodyPr anchor="ctr" rtlCol="false" tIns="50800" lIns="50800" bIns="50800" rIns="50800"/>
            <a:lstStyle/>
            <a:p>
              <a:pPr algn="ctr">
                <a:lnSpc>
                  <a:spcPts val="2938"/>
                </a:lnSpc>
              </a:pPr>
            </a:p>
          </p:txBody>
        </p:sp>
      </p:grpSp>
      <p:grpSp>
        <p:nvGrpSpPr>
          <p:cNvPr name="Group 10" id="10"/>
          <p:cNvGrpSpPr/>
          <p:nvPr/>
        </p:nvGrpSpPr>
        <p:grpSpPr>
          <a:xfrm rot="0">
            <a:off x="1288165" y="2681797"/>
            <a:ext cx="3884396" cy="6576503"/>
            <a:chOff x="0" y="0"/>
            <a:chExt cx="601795" cy="1018872"/>
          </a:xfrm>
        </p:grpSpPr>
        <p:sp>
          <p:nvSpPr>
            <p:cNvPr name="Freeform 11" id="11"/>
            <p:cNvSpPr/>
            <p:nvPr/>
          </p:nvSpPr>
          <p:spPr>
            <a:xfrm flipH="false" flipV="false" rot="0">
              <a:off x="0" y="0"/>
              <a:ext cx="601795" cy="1018872"/>
            </a:xfrm>
            <a:custGeom>
              <a:avLst/>
              <a:gdLst/>
              <a:ahLst/>
              <a:cxnLst/>
              <a:rect r="r" b="b" t="t" l="l"/>
              <a:pathLst>
                <a:path h="1018872" w="601795">
                  <a:moveTo>
                    <a:pt x="89689" y="0"/>
                  </a:moveTo>
                  <a:lnTo>
                    <a:pt x="512106" y="0"/>
                  </a:lnTo>
                  <a:cubicBezTo>
                    <a:pt x="561640" y="0"/>
                    <a:pt x="601795" y="40155"/>
                    <a:pt x="601795" y="89689"/>
                  </a:cubicBezTo>
                  <a:lnTo>
                    <a:pt x="601795" y="929184"/>
                  </a:lnTo>
                  <a:cubicBezTo>
                    <a:pt x="601795" y="978717"/>
                    <a:pt x="561640" y="1018872"/>
                    <a:pt x="512106" y="1018872"/>
                  </a:cubicBezTo>
                  <a:lnTo>
                    <a:pt x="89689" y="1018872"/>
                  </a:lnTo>
                  <a:cubicBezTo>
                    <a:pt x="40155" y="1018872"/>
                    <a:pt x="0" y="978717"/>
                    <a:pt x="0" y="929184"/>
                  </a:cubicBezTo>
                  <a:lnTo>
                    <a:pt x="0" y="89689"/>
                  </a:lnTo>
                  <a:cubicBezTo>
                    <a:pt x="0" y="40155"/>
                    <a:pt x="40155" y="0"/>
                    <a:pt x="89689" y="0"/>
                  </a:cubicBezTo>
                  <a:close/>
                </a:path>
              </a:pathLst>
            </a:custGeom>
            <a:blipFill>
              <a:blip r:embed="rId4"/>
              <a:stretch>
                <a:fillRect l="-76939" t="0" r="-76939"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2111A"/>
        </a:solidFill>
      </p:bgPr>
    </p:bg>
    <p:spTree>
      <p:nvGrpSpPr>
        <p:cNvPr id="1" name=""/>
        <p:cNvGrpSpPr/>
        <p:nvPr/>
      </p:nvGrpSpPr>
      <p:grpSpPr>
        <a:xfrm>
          <a:off x="0" y="0"/>
          <a:ext cx="0" cy="0"/>
          <a:chOff x="0" y="0"/>
          <a:chExt cx="0" cy="0"/>
        </a:xfrm>
      </p:grpSpPr>
      <p:sp>
        <p:nvSpPr>
          <p:cNvPr name="Freeform 2" id="2"/>
          <p:cNvSpPr/>
          <p:nvPr/>
        </p:nvSpPr>
        <p:spPr>
          <a:xfrm flipH="false" flipV="false" rot="0">
            <a:off x="16987985" y="801782"/>
            <a:ext cx="542630" cy="453836"/>
          </a:xfrm>
          <a:custGeom>
            <a:avLst/>
            <a:gdLst/>
            <a:ahLst/>
            <a:cxnLst/>
            <a:rect r="r" b="b" t="t" l="l"/>
            <a:pathLst>
              <a:path h="453836" w="542630">
                <a:moveTo>
                  <a:pt x="0" y="0"/>
                </a:moveTo>
                <a:lnTo>
                  <a:pt x="542630" y="0"/>
                </a:lnTo>
                <a:lnTo>
                  <a:pt x="542630" y="453836"/>
                </a:lnTo>
                <a:lnTo>
                  <a:pt x="0" y="4538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504990" y="-1767157"/>
            <a:ext cx="3086100" cy="30861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112889" y="0"/>
                  </a:moveTo>
                  <a:lnTo>
                    <a:pt x="699911" y="0"/>
                  </a:lnTo>
                  <a:cubicBezTo>
                    <a:pt x="762258" y="0"/>
                    <a:pt x="812800" y="50542"/>
                    <a:pt x="812800" y="112889"/>
                  </a:cubicBezTo>
                  <a:lnTo>
                    <a:pt x="812800" y="699911"/>
                  </a:lnTo>
                  <a:cubicBezTo>
                    <a:pt x="812800" y="762258"/>
                    <a:pt x="762258" y="812800"/>
                    <a:pt x="699911" y="812800"/>
                  </a:cubicBezTo>
                  <a:lnTo>
                    <a:pt x="112889" y="812800"/>
                  </a:lnTo>
                  <a:cubicBezTo>
                    <a:pt x="50542" y="812800"/>
                    <a:pt x="0" y="762258"/>
                    <a:pt x="0" y="699911"/>
                  </a:cubicBezTo>
                  <a:lnTo>
                    <a:pt x="0" y="112889"/>
                  </a:lnTo>
                  <a:cubicBezTo>
                    <a:pt x="0" y="50542"/>
                    <a:pt x="50542" y="0"/>
                    <a:pt x="112889" y="0"/>
                  </a:cubicBezTo>
                  <a:close/>
                </a:path>
              </a:pathLst>
            </a:custGeom>
            <a:solidFill>
              <a:srgbClr val="FF0010"/>
            </a:solidFill>
          </p:spPr>
        </p:sp>
        <p:sp>
          <p:nvSpPr>
            <p:cNvPr name="TextBox 5" id="5"/>
            <p:cNvSpPr txBox="true"/>
            <p:nvPr/>
          </p:nvSpPr>
          <p:spPr>
            <a:xfrm>
              <a:off x="0" y="19050"/>
              <a:ext cx="812800" cy="793750"/>
            </a:xfrm>
            <a:prstGeom prst="rect">
              <a:avLst/>
            </a:prstGeom>
          </p:spPr>
          <p:txBody>
            <a:bodyPr anchor="ctr" rtlCol="false" tIns="50800" lIns="50800" bIns="50800" rIns="50800"/>
            <a:lstStyle/>
            <a:p>
              <a:pPr algn="ctr">
                <a:lnSpc>
                  <a:spcPts val="2938"/>
                </a:lnSpc>
              </a:pPr>
            </a:p>
          </p:txBody>
        </p:sp>
      </p:grpSp>
      <p:sp>
        <p:nvSpPr>
          <p:cNvPr name="TextBox 6" id="6"/>
          <p:cNvSpPr txBox="true"/>
          <p:nvPr/>
        </p:nvSpPr>
        <p:spPr>
          <a:xfrm rot="0">
            <a:off x="1028700" y="747982"/>
            <a:ext cx="1542483" cy="570961"/>
          </a:xfrm>
          <a:prstGeom prst="rect">
            <a:avLst/>
          </a:prstGeom>
        </p:spPr>
        <p:txBody>
          <a:bodyPr anchor="t" rtlCol="false" tIns="0" lIns="0" bIns="0" rIns="0">
            <a:spAutoFit/>
          </a:bodyPr>
          <a:lstStyle/>
          <a:p>
            <a:pPr algn="just">
              <a:lnSpc>
                <a:spcPts val="2226"/>
              </a:lnSpc>
            </a:pPr>
            <a:r>
              <a:rPr lang="en-US" sz="1970">
                <a:solidFill>
                  <a:srgbClr val="FFFFFF"/>
                </a:solidFill>
                <a:latin typeface="Pattanakarn Expanded"/>
                <a:ea typeface="Pattanakarn Expanded"/>
                <a:cs typeface="Pattanakarn Expanded"/>
                <a:sym typeface="Pattanakarn Expanded"/>
              </a:rPr>
              <a:t>STUDIO SHODWE</a:t>
            </a:r>
          </a:p>
        </p:txBody>
      </p:sp>
      <p:sp>
        <p:nvSpPr>
          <p:cNvPr name="TextBox 7" id="7"/>
          <p:cNvSpPr txBox="true"/>
          <p:nvPr/>
        </p:nvSpPr>
        <p:spPr>
          <a:xfrm rot="0">
            <a:off x="3471079" y="2210105"/>
            <a:ext cx="8115300" cy="2627956"/>
          </a:xfrm>
          <a:prstGeom prst="rect">
            <a:avLst/>
          </a:prstGeom>
        </p:spPr>
        <p:txBody>
          <a:bodyPr anchor="t" rtlCol="false" tIns="0" lIns="0" bIns="0" rIns="0">
            <a:spAutoFit/>
          </a:bodyPr>
          <a:lstStyle/>
          <a:p>
            <a:pPr algn="l">
              <a:lnSpc>
                <a:spcPts val="10296"/>
              </a:lnSpc>
            </a:pPr>
            <a:r>
              <a:rPr lang="en-US" sz="9112" b="true">
                <a:solidFill>
                  <a:srgbClr val="FFFFFF"/>
                </a:solidFill>
                <a:latin typeface="Pattanakarn Expanded Medium"/>
                <a:ea typeface="Pattanakarn Expanded Medium"/>
                <a:cs typeface="Pattanakarn Expanded Medium"/>
                <a:sym typeface="Pattanakarn Expanded Medium"/>
              </a:rPr>
              <a:t>Social Impact</a:t>
            </a:r>
          </a:p>
        </p:txBody>
      </p:sp>
      <p:grpSp>
        <p:nvGrpSpPr>
          <p:cNvPr name="Group 8" id="8"/>
          <p:cNvGrpSpPr/>
          <p:nvPr/>
        </p:nvGrpSpPr>
        <p:grpSpPr>
          <a:xfrm rot="0">
            <a:off x="9144000" y="9805287"/>
            <a:ext cx="8386615" cy="5305434"/>
            <a:chOff x="0" y="0"/>
            <a:chExt cx="2208820" cy="1397316"/>
          </a:xfrm>
        </p:grpSpPr>
        <p:sp>
          <p:nvSpPr>
            <p:cNvPr name="Freeform 9" id="9"/>
            <p:cNvSpPr/>
            <p:nvPr/>
          </p:nvSpPr>
          <p:spPr>
            <a:xfrm flipH="false" flipV="false" rot="0">
              <a:off x="0" y="0"/>
              <a:ext cx="2208820" cy="1397316"/>
            </a:xfrm>
            <a:custGeom>
              <a:avLst/>
              <a:gdLst/>
              <a:ahLst/>
              <a:cxnLst/>
              <a:rect r="r" b="b" t="t" l="l"/>
              <a:pathLst>
                <a:path h="1397316" w="2208820">
                  <a:moveTo>
                    <a:pt x="41541" y="0"/>
                  </a:moveTo>
                  <a:lnTo>
                    <a:pt x="2167280" y="0"/>
                  </a:lnTo>
                  <a:cubicBezTo>
                    <a:pt x="2178297" y="0"/>
                    <a:pt x="2188863" y="4377"/>
                    <a:pt x="2196653" y="12167"/>
                  </a:cubicBezTo>
                  <a:cubicBezTo>
                    <a:pt x="2204444" y="19957"/>
                    <a:pt x="2208820" y="30523"/>
                    <a:pt x="2208820" y="41541"/>
                  </a:cubicBezTo>
                  <a:lnTo>
                    <a:pt x="2208820" y="1355775"/>
                  </a:lnTo>
                  <a:cubicBezTo>
                    <a:pt x="2208820" y="1366793"/>
                    <a:pt x="2204444" y="1377359"/>
                    <a:pt x="2196653" y="1385149"/>
                  </a:cubicBezTo>
                  <a:cubicBezTo>
                    <a:pt x="2188863" y="1392939"/>
                    <a:pt x="2178297" y="1397316"/>
                    <a:pt x="2167280" y="1397316"/>
                  </a:cubicBezTo>
                  <a:lnTo>
                    <a:pt x="41541" y="1397316"/>
                  </a:lnTo>
                  <a:cubicBezTo>
                    <a:pt x="30523" y="1397316"/>
                    <a:pt x="19957" y="1392939"/>
                    <a:pt x="12167" y="1385149"/>
                  </a:cubicBezTo>
                  <a:cubicBezTo>
                    <a:pt x="4377" y="1377359"/>
                    <a:pt x="0" y="1366793"/>
                    <a:pt x="0" y="1355775"/>
                  </a:cubicBezTo>
                  <a:lnTo>
                    <a:pt x="0" y="41541"/>
                  </a:lnTo>
                  <a:cubicBezTo>
                    <a:pt x="0" y="30523"/>
                    <a:pt x="4377" y="19957"/>
                    <a:pt x="12167" y="12167"/>
                  </a:cubicBezTo>
                  <a:cubicBezTo>
                    <a:pt x="19957" y="4377"/>
                    <a:pt x="30523" y="0"/>
                    <a:pt x="41541" y="0"/>
                  </a:cubicBezTo>
                  <a:close/>
                </a:path>
              </a:pathLst>
            </a:custGeom>
            <a:solidFill>
              <a:srgbClr val="FF0010"/>
            </a:solidFill>
          </p:spPr>
        </p:sp>
        <p:sp>
          <p:nvSpPr>
            <p:cNvPr name="TextBox 10" id="10"/>
            <p:cNvSpPr txBox="true"/>
            <p:nvPr/>
          </p:nvSpPr>
          <p:spPr>
            <a:xfrm>
              <a:off x="0" y="19050"/>
              <a:ext cx="2208820" cy="1378266"/>
            </a:xfrm>
            <a:prstGeom prst="rect">
              <a:avLst/>
            </a:prstGeom>
          </p:spPr>
          <p:txBody>
            <a:bodyPr anchor="ctr" rtlCol="false" tIns="50800" lIns="50800" bIns="50800" rIns="50800"/>
            <a:lstStyle/>
            <a:p>
              <a:pPr algn="ctr">
                <a:lnSpc>
                  <a:spcPts val="2938"/>
                </a:lnSpc>
              </a:pPr>
            </a:p>
          </p:txBody>
        </p:sp>
      </p:grpSp>
      <p:grpSp>
        <p:nvGrpSpPr>
          <p:cNvPr name="Group 11" id="11"/>
          <p:cNvGrpSpPr/>
          <p:nvPr/>
        </p:nvGrpSpPr>
        <p:grpSpPr>
          <a:xfrm rot="0">
            <a:off x="9144000" y="4838062"/>
            <a:ext cx="8386615" cy="4248837"/>
            <a:chOff x="0" y="0"/>
            <a:chExt cx="1299306" cy="658256"/>
          </a:xfrm>
        </p:grpSpPr>
        <p:sp>
          <p:nvSpPr>
            <p:cNvPr name="Freeform 12" id="12"/>
            <p:cNvSpPr/>
            <p:nvPr/>
          </p:nvSpPr>
          <p:spPr>
            <a:xfrm flipH="false" flipV="false" rot="0">
              <a:off x="0" y="0"/>
              <a:ext cx="1299306" cy="658256"/>
            </a:xfrm>
            <a:custGeom>
              <a:avLst/>
              <a:gdLst/>
              <a:ahLst/>
              <a:cxnLst/>
              <a:rect r="r" b="b" t="t" l="l"/>
              <a:pathLst>
                <a:path h="658256" w="1299306">
                  <a:moveTo>
                    <a:pt x="41541" y="0"/>
                  </a:moveTo>
                  <a:lnTo>
                    <a:pt x="1257765" y="0"/>
                  </a:lnTo>
                  <a:cubicBezTo>
                    <a:pt x="1268783" y="0"/>
                    <a:pt x="1279349" y="4377"/>
                    <a:pt x="1287139" y="12167"/>
                  </a:cubicBezTo>
                  <a:cubicBezTo>
                    <a:pt x="1294929" y="19957"/>
                    <a:pt x="1299306" y="30523"/>
                    <a:pt x="1299306" y="41541"/>
                  </a:cubicBezTo>
                  <a:lnTo>
                    <a:pt x="1299306" y="616715"/>
                  </a:lnTo>
                  <a:cubicBezTo>
                    <a:pt x="1299306" y="627733"/>
                    <a:pt x="1294929" y="638299"/>
                    <a:pt x="1287139" y="646089"/>
                  </a:cubicBezTo>
                  <a:cubicBezTo>
                    <a:pt x="1279349" y="653879"/>
                    <a:pt x="1268783" y="658256"/>
                    <a:pt x="1257765" y="658256"/>
                  </a:cubicBezTo>
                  <a:lnTo>
                    <a:pt x="41541" y="658256"/>
                  </a:lnTo>
                  <a:cubicBezTo>
                    <a:pt x="30523" y="658256"/>
                    <a:pt x="19957" y="653879"/>
                    <a:pt x="12167" y="646089"/>
                  </a:cubicBezTo>
                  <a:cubicBezTo>
                    <a:pt x="4377" y="638299"/>
                    <a:pt x="0" y="627733"/>
                    <a:pt x="0" y="616715"/>
                  </a:cubicBezTo>
                  <a:lnTo>
                    <a:pt x="0" y="41541"/>
                  </a:lnTo>
                  <a:cubicBezTo>
                    <a:pt x="0" y="30523"/>
                    <a:pt x="4377" y="19957"/>
                    <a:pt x="12167" y="12167"/>
                  </a:cubicBezTo>
                  <a:cubicBezTo>
                    <a:pt x="19957" y="4377"/>
                    <a:pt x="30523" y="0"/>
                    <a:pt x="41541" y="0"/>
                  </a:cubicBezTo>
                  <a:close/>
                </a:path>
              </a:pathLst>
            </a:custGeom>
            <a:blipFill>
              <a:blip r:embed="rId4"/>
              <a:stretch>
                <a:fillRect l="0" t="-15754" r="0" b="-15754"/>
              </a:stretch>
            </a:blipFill>
          </p:spPr>
        </p:sp>
      </p:grpSp>
      <p:sp>
        <p:nvSpPr>
          <p:cNvPr name="TextBox 13" id="13"/>
          <p:cNvSpPr txBox="true"/>
          <p:nvPr/>
        </p:nvSpPr>
        <p:spPr>
          <a:xfrm rot="0">
            <a:off x="0" y="8035524"/>
            <a:ext cx="2571183" cy="2251476"/>
          </a:xfrm>
          <a:prstGeom prst="rect">
            <a:avLst/>
          </a:prstGeom>
        </p:spPr>
        <p:txBody>
          <a:bodyPr anchor="t" rtlCol="false" tIns="0" lIns="0" bIns="0" rIns="0">
            <a:spAutoFit/>
          </a:bodyPr>
          <a:lstStyle/>
          <a:p>
            <a:pPr algn="r">
              <a:lnSpc>
                <a:spcPts val="17423"/>
              </a:lnSpc>
            </a:pPr>
            <a:r>
              <a:rPr lang="en-US" sz="15418">
                <a:solidFill>
                  <a:srgbClr val="FF0010"/>
                </a:solidFill>
                <a:latin typeface="Pattanakarn Expanded"/>
                <a:ea typeface="Pattanakarn Expanded"/>
                <a:cs typeface="Pattanakarn Expanded"/>
                <a:sym typeface="Pattanakarn Expanded"/>
              </a:rPr>
              <a:t>10</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2111A"/>
        </a:solidFill>
      </p:bgPr>
    </p:bg>
    <p:spTree>
      <p:nvGrpSpPr>
        <p:cNvPr id="1" name=""/>
        <p:cNvGrpSpPr/>
        <p:nvPr/>
      </p:nvGrpSpPr>
      <p:grpSpPr>
        <a:xfrm>
          <a:off x="0" y="0"/>
          <a:ext cx="0" cy="0"/>
          <a:chOff x="0" y="0"/>
          <a:chExt cx="0" cy="0"/>
        </a:xfrm>
      </p:grpSpPr>
      <p:grpSp>
        <p:nvGrpSpPr>
          <p:cNvPr name="Group 2" id="2"/>
          <p:cNvGrpSpPr/>
          <p:nvPr/>
        </p:nvGrpSpPr>
        <p:grpSpPr>
          <a:xfrm rot="0">
            <a:off x="4331909" y="1359638"/>
            <a:ext cx="9624181" cy="7567724"/>
            <a:chOff x="0" y="0"/>
            <a:chExt cx="1033671" cy="812800"/>
          </a:xfrm>
        </p:grpSpPr>
        <p:sp>
          <p:nvSpPr>
            <p:cNvPr name="Freeform 3" id="3"/>
            <p:cNvSpPr/>
            <p:nvPr/>
          </p:nvSpPr>
          <p:spPr>
            <a:xfrm flipH="false" flipV="false" rot="0">
              <a:off x="0" y="0"/>
              <a:ext cx="1033671" cy="812800"/>
            </a:xfrm>
            <a:custGeom>
              <a:avLst/>
              <a:gdLst/>
              <a:ahLst/>
              <a:cxnLst/>
              <a:rect r="r" b="b" t="t" l="l"/>
              <a:pathLst>
                <a:path h="812800" w="1033671">
                  <a:moveTo>
                    <a:pt x="18502" y="0"/>
                  </a:moveTo>
                  <a:lnTo>
                    <a:pt x="1015169" y="0"/>
                  </a:lnTo>
                  <a:cubicBezTo>
                    <a:pt x="1025387" y="0"/>
                    <a:pt x="1033671" y="8284"/>
                    <a:pt x="1033671" y="18502"/>
                  </a:cubicBezTo>
                  <a:lnTo>
                    <a:pt x="1033671" y="794298"/>
                  </a:lnTo>
                  <a:cubicBezTo>
                    <a:pt x="1033671" y="804516"/>
                    <a:pt x="1025387" y="812800"/>
                    <a:pt x="1015169" y="812800"/>
                  </a:cubicBezTo>
                  <a:lnTo>
                    <a:pt x="18502" y="812800"/>
                  </a:lnTo>
                  <a:cubicBezTo>
                    <a:pt x="8284" y="812800"/>
                    <a:pt x="0" y="804516"/>
                    <a:pt x="0" y="794298"/>
                  </a:cubicBezTo>
                  <a:lnTo>
                    <a:pt x="0" y="18502"/>
                  </a:lnTo>
                  <a:cubicBezTo>
                    <a:pt x="0" y="8284"/>
                    <a:pt x="8284" y="0"/>
                    <a:pt x="18502" y="0"/>
                  </a:cubicBezTo>
                  <a:close/>
                </a:path>
              </a:pathLst>
            </a:custGeom>
            <a:blipFill>
              <a:blip r:embed="rId2"/>
              <a:stretch>
                <a:fillRect l="0" t="-1647" r="0" b="-1647"/>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DAHNCzN6rU8</dc:identifier>
  <dcterms:modified xsi:type="dcterms:W3CDTF">2011-08-01T06:04:30Z</dcterms:modified>
  <cp:revision>1</cp:revision>
  <dc:title>Presentación con plantilla</dc:title>
</cp:coreProperties>
</file>